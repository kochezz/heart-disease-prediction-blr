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71" r:id="rId9"/>
    <p:sldId id="262" r:id="rId10"/>
    <p:sldId id="276" r:id="rId11"/>
    <p:sldId id="263" r:id="rId12"/>
    <p:sldId id="277" r:id="rId13"/>
    <p:sldId id="264" r:id="rId14"/>
    <p:sldId id="279" r:id="rId15"/>
  </p:sldIdLst>
  <p:sldSz cx="12192000" cy="6858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25E20A-024E-4A09-81E6-A70273E0AA31}" v="1" dt="2025-11-17T16:46:29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1458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Phiri" userId="9064c0c3e507df26" providerId="LiveId" clId="{8D5EA1AD-2076-4D42-B312-877170AB76EC}"/>
    <pc:docChg chg="undo custSel addSld delSld modSld sldOrd">
      <pc:chgData name="William Phiri" userId="9064c0c3e507df26" providerId="LiveId" clId="{8D5EA1AD-2076-4D42-B312-877170AB76EC}" dt="2025-11-17T16:41:38.766" v="4232" actId="1036"/>
      <pc:docMkLst>
        <pc:docMk/>
      </pc:docMkLst>
      <pc:sldChg chg="addSp delSp modSp mod">
        <pc:chgData name="William Phiri" userId="9064c0c3e507df26" providerId="LiveId" clId="{8D5EA1AD-2076-4D42-B312-877170AB76EC}" dt="2025-11-09T20:50:16.650" v="2917" actId="113"/>
        <pc:sldMkLst>
          <pc:docMk/>
          <pc:sldMk cId="0" sldId="256"/>
        </pc:sldMkLst>
        <pc:spChg chg="add mod">
          <ac:chgData name="William Phiri" userId="9064c0c3e507df26" providerId="LiveId" clId="{8D5EA1AD-2076-4D42-B312-877170AB76EC}" dt="2025-10-29T21:57:12.535" v="2653" actId="14100"/>
          <ac:spMkLst>
            <pc:docMk/>
            <pc:sldMk cId="0" sldId="256"/>
            <ac:spMk id="6" creationId="{7F5D3840-C256-4370-C999-F87F7C3B84B1}"/>
          </ac:spMkLst>
        </pc:spChg>
        <pc:spChg chg="add mod">
          <ac:chgData name="William Phiri" userId="9064c0c3e507df26" providerId="LiveId" clId="{8D5EA1AD-2076-4D42-B312-877170AB76EC}" dt="2025-11-09T20:50:16.650" v="2917" actId="113"/>
          <ac:spMkLst>
            <pc:docMk/>
            <pc:sldMk cId="0" sldId="256"/>
            <ac:spMk id="7" creationId="{34AB0BB6-3659-4533-71E6-684EF6C06FCA}"/>
          </ac:spMkLst>
        </pc:spChg>
        <pc:spChg chg="mod">
          <ac:chgData name="William Phiri" userId="9064c0c3e507df26" providerId="LiveId" clId="{8D5EA1AD-2076-4D42-B312-877170AB76EC}" dt="2025-10-29T21:56:35.519" v="2649" actId="207"/>
          <ac:spMkLst>
            <pc:docMk/>
            <pc:sldMk cId="0" sldId="256"/>
            <ac:spMk id="27" creationId="{00000000-0000-0000-0000-000000000000}"/>
          </ac:spMkLst>
        </pc:spChg>
        <pc:spChg chg="mod">
          <ac:chgData name="William Phiri" userId="9064c0c3e507df26" providerId="LiveId" clId="{8D5EA1AD-2076-4D42-B312-877170AB76EC}" dt="2025-10-29T20:55:59.118" v="2552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William Phiri" userId="9064c0c3e507df26" providerId="LiveId" clId="{8D5EA1AD-2076-4D42-B312-877170AB76EC}" dt="2025-10-29T20:55:59.118" v="2552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William Phiri" userId="9064c0c3e507df26" providerId="LiveId" clId="{8D5EA1AD-2076-4D42-B312-877170AB76EC}" dt="2025-10-29T22:01:22.426" v="2726" actId="1037"/>
          <ac:spMkLst>
            <pc:docMk/>
            <pc:sldMk cId="0" sldId="256"/>
            <ac:spMk id="30" creationId="{00000000-0000-0000-0000-000000000000}"/>
          </ac:spMkLst>
        </pc:spChg>
        <pc:spChg chg="add">
          <ac:chgData name="William Phiri" userId="9064c0c3e507df26" providerId="LiveId" clId="{8D5EA1AD-2076-4D42-B312-877170AB76EC}" dt="2025-10-26T17:01:21.994" v="57"/>
          <ac:spMkLst>
            <pc:docMk/>
            <pc:sldMk cId="0" sldId="256"/>
            <ac:spMk id="36" creationId="{B2FCE29F-7477-AF93-B19F-8928266C5DFE}"/>
          </ac:spMkLst>
        </pc:spChg>
        <pc:picChg chg="add mod ord modCrop">
          <ac:chgData name="William Phiri" userId="9064c0c3e507df26" providerId="LiveId" clId="{8D5EA1AD-2076-4D42-B312-877170AB76EC}" dt="2025-10-29T21:54:38.985" v="2632" actId="1076"/>
          <ac:picMkLst>
            <pc:docMk/>
            <pc:sldMk cId="0" sldId="256"/>
            <ac:picMk id="3" creationId="{75F43065-FBD9-1304-031E-A3B850F0E39A}"/>
          </ac:picMkLst>
        </pc:picChg>
        <pc:picChg chg="add mod">
          <ac:chgData name="William Phiri" userId="9064c0c3e507df26" providerId="LiveId" clId="{8D5EA1AD-2076-4D42-B312-877170AB76EC}" dt="2025-10-29T20:37:13.287" v="2386" actId="1440"/>
          <ac:picMkLst>
            <pc:docMk/>
            <pc:sldMk cId="0" sldId="256"/>
            <ac:picMk id="5" creationId="{9AE109FA-2EB4-B3C2-A8ED-B334E08921DE}"/>
          </ac:picMkLst>
        </pc:picChg>
        <pc:picChg chg="mod">
          <ac:chgData name="William Phiri" userId="9064c0c3e507df26" providerId="LiveId" clId="{8D5EA1AD-2076-4D42-B312-877170AB76EC}" dt="2025-10-29T20:55:59.118" v="2552" actId="1076"/>
          <ac:picMkLst>
            <pc:docMk/>
            <pc:sldMk cId="0" sldId="256"/>
            <ac:picMk id="21" creationId="{00000000-0000-0000-0000-000000000000}"/>
          </ac:picMkLst>
        </pc:picChg>
        <pc:picChg chg="mod">
          <ac:chgData name="William Phiri" userId="9064c0c3e507df26" providerId="LiveId" clId="{8D5EA1AD-2076-4D42-B312-877170AB76EC}" dt="2025-10-29T20:55:59.118" v="2552" actId="1076"/>
          <ac:picMkLst>
            <pc:docMk/>
            <pc:sldMk cId="0" sldId="256"/>
            <ac:picMk id="22" creationId="{00000000-0000-0000-0000-000000000000}"/>
          </ac:picMkLst>
        </pc:picChg>
        <pc:picChg chg="mod">
          <ac:chgData name="William Phiri" userId="9064c0c3e507df26" providerId="LiveId" clId="{8D5EA1AD-2076-4D42-B312-877170AB76EC}" dt="2025-10-29T20:55:59.118" v="2552" actId="1076"/>
          <ac:picMkLst>
            <pc:docMk/>
            <pc:sldMk cId="0" sldId="256"/>
            <ac:picMk id="23" creationId="{00000000-0000-0000-0000-000000000000}"/>
          </ac:picMkLst>
        </pc:picChg>
        <pc:picChg chg="add mod">
          <ac:chgData name="William Phiri" userId="9064c0c3e507df26" providerId="LiveId" clId="{8D5EA1AD-2076-4D42-B312-877170AB76EC}" dt="2025-10-29T22:04:44.182" v="2731" actId="1076"/>
          <ac:picMkLst>
            <pc:docMk/>
            <pc:sldMk cId="0" sldId="256"/>
            <ac:picMk id="35" creationId="{96A0847D-19A8-20D8-AA9F-DB19437BE448}"/>
          </ac:picMkLst>
        </pc:picChg>
      </pc:sldChg>
      <pc:sldChg chg="addSp delSp modSp mod">
        <pc:chgData name="William Phiri" userId="9064c0c3e507df26" providerId="LiveId" clId="{8D5EA1AD-2076-4D42-B312-877170AB76EC}" dt="2025-11-15T18:09:37.191" v="4134" actId="1036"/>
        <pc:sldMkLst>
          <pc:docMk/>
          <pc:sldMk cId="0" sldId="257"/>
        </pc:sldMkLst>
        <pc:spChg chg="add mod">
          <ac:chgData name="William Phiri" userId="9064c0c3e507df26" providerId="LiveId" clId="{8D5EA1AD-2076-4D42-B312-877170AB76EC}" dt="2025-10-29T21:37:27.807" v="2600" actId="207"/>
          <ac:spMkLst>
            <pc:docMk/>
            <pc:sldMk cId="0" sldId="257"/>
            <ac:spMk id="8" creationId="{5BA413D6-45F3-42E0-B0A6-15D12A226E1F}"/>
          </ac:spMkLst>
        </pc:spChg>
        <pc:spChg chg="add mod ord">
          <ac:chgData name="William Phiri" userId="9064c0c3e507df26" providerId="LiveId" clId="{8D5EA1AD-2076-4D42-B312-877170AB76EC}" dt="2025-10-29T21:36:41.012" v="2582" actId="171"/>
          <ac:spMkLst>
            <pc:docMk/>
            <pc:sldMk cId="0" sldId="257"/>
            <ac:spMk id="9" creationId="{7425B61C-72CE-B497-CCA4-76377C0D019C}"/>
          </ac:spMkLst>
        </pc:spChg>
        <pc:spChg chg="mod">
          <ac:chgData name="William Phiri" userId="9064c0c3e507df26" providerId="LiveId" clId="{8D5EA1AD-2076-4D42-B312-877170AB76EC}" dt="2025-10-29T22:08:14.281" v="2825" actId="2711"/>
          <ac:spMkLst>
            <pc:docMk/>
            <pc:sldMk cId="0" sldId="257"/>
            <ac:spMk id="18" creationId="{00000000-0000-0000-0000-000000000000}"/>
          </ac:spMkLst>
        </pc:spChg>
        <pc:spChg chg="mod">
          <ac:chgData name="William Phiri" userId="9064c0c3e507df26" providerId="LiveId" clId="{8D5EA1AD-2076-4D42-B312-877170AB76EC}" dt="2025-10-28T21:57:52.934" v="2310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William Phiri" userId="9064c0c3e507df26" providerId="LiveId" clId="{8D5EA1AD-2076-4D42-B312-877170AB76EC}" dt="2025-10-27T10:24:37.338" v="204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8:08:36.976" v="4133" actId="122"/>
          <ac:spMkLst>
            <pc:docMk/>
            <pc:sldMk cId="0" sldId="257"/>
            <ac:spMk id="21" creationId="{00000000-0000-0000-0000-000000000000}"/>
          </ac:spMkLst>
        </pc:spChg>
        <pc:picChg chg="mod">
          <ac:chgData name="William Phiri" userId="9064c0c3e507df26" providerId="LiveId" clId="{8D5EA1AD-2076-4D42-B312-877170AB76EC}" dt="2025-11-15T18:09:37.191" v="4134" actId="1036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William Phiri" userId="9064c0c3e507df26" providerId="LiveId" clId="{8D5EA1AD-2076-4D42-B312-877170AB76EC}" dt="2025-10-27T10:22:26.065" v="178" actId="14100"/>
          <ac:picMkLst>
            <pc:docMk/>
            <pc:sldMk cId="0" sldId="257"/>
            <ac:picMk id="5" creationId="{8F220AEF-F873-76DB-8644-28C6935A5BA6}"/>
          </ac:picMkLst>
        </pc:picChg>
        <pc:picChg chg="add mod">
          <ac:chgData name="William Phiri" userId="9064c0c3e507df26" providerId="LiveId" clId="{8D5EA1AD-2076-4D42-B312-877170AB76EC}" dt="2025-10-29T21:52:23.691" v="2624" actId="1076"/>
          <ac:picMkLst>
            <pc:docMk/>
            <pc:sldMk cId="0" sldId="257"/>
            <ac:picMk id="10" creationId="{4AA31E97-A15A-31C3-115E-F036A9DBD7DC}"/>
          </ac:picMkLst>
        </pc:picChg>
        <pc:picChg chg="add mod">
          <ac:chgData name="William Phiri" userId="9064c0c3e507df26" providerId="LiveId" clId="{8D5EA1AD-2076-4D42-B312-877170AB76EC}" dt="2025-10-29T21:52:31.094" v="2627" actId="1076"/>
          <ac:picMkLst>
            <pc:docMk/>
            <pc:sldMk cId="0" sldId="257"/>
            <ac:picMk id="12" creationId="{1129F7E7-79A8-4C08-89C6-2483C74EDA88}"/>
          </ac:picMkLst>
        </pc:picChg>
        <pc:picChg chg="add mod modCrop">
          <ac:chgData name="William Phiri" userId="9064c0c3e507df26" providerId="LiveId" clId="{8D5EA1AD-2076-4D42-B312-877170AB76EC}" dt="2025-11-09T20:49:53.700" v="2916"/>
          <ac:picMkLst>
            <pc:docMk/>
            <pc:sldMk cId="0" sldId="257"/>
            <ac:picMk id="14" creationId="{1C05F94D-CDB2-C0AC-753A-68626A1388FF}"/>
          </ac:picMkLst>
        </pc:picChg>
        <pc:picChg chg="add mod">
          <ac:chgData name="William Phiri" userId="9064c0c3e507df26" providerId="LiveId" clId="{8D5EA1AD-2076-4D42-B312-877170AB76EC}" dt="2025-11-09T20:49:11.868" v="2915"/>
          <ac:picMkLst>
            <pc:docMk/>
            <pc:sldMk cId="0" sldId="257"/>
            <ac:picMk id="16" creationId="{C1809525-2E29-393C-6900-27D0C29BECB0}"/>
          </ac:picMkLst>
        </pc:picChg>
        <pc:picChg chg="add mod ord">
          <ac:chgData name="William Phiri" userId="9064c0c3e507df26" providerId="LiveId" clId="{8D5EA1AD-2076-4D42-B312-877170AB76EC}" dt="2025-10-27T10:22:00.135" v="170" actId="1076"/>
          <ac:picMkLst>
            <pc:docMk/>
            <pc:sldMk cId="0" sldId="257"/>
            <ac:picMk id="47" creationId="{EEE4FADB-6F13-94A3-7104-08E1D86DD220}"/>
          </ac:picMkLst>
        </pc:picChg>
      </pc:sldChg>
      <pc:sldChg chg="addSp delSp modSp mod">
        <pc:chgData name="William Phiri" userId="9064c0c3e507df26" providerId="LiveId" clId="{8D5EA1AD-2076-4D42-B312-877170AB76EC}" dt="2025-10-29T22:09:11.395" v="2840" actId="2711"/>
        <pc:sldMkLst>
          <pc:docMk/>
          <pc:sldMk cId="0" sldId="258"/>
        </pc:sldMkLst>
        <pc:spChg chg="mod">
          <ac:chgData name="William Phiri" userId="9064c0c3e507df26" providerId="LiveId" clId="{8D5EA1AD-2076-4D42-B312-877170AB76EC}" dt="2025-10-29T22:09:11.395" v="2840" actId="2711"/>
          <ac:spMkLst>
            <pc:docMk/>
            <pc:sldMk cId="0" sldId="258"/>
            <ac:spMk id="15" creationId="{00000000-0000-0000-0000-000000000000}"/>
          </ac:spMkLst>
        </pc:spChg>
        <pc:spChg chg="mod">
          <ac:chgData name="William Phiri" userId="9064c0c3e507df26" providerId="LiveId" clId="{8D5EA1AD-2076-4D42-B312-877170AB76EC}" dt="2025-10-28T21:58:27.564" v="2318" actId="20577"/>
          <ac:spMkLst>
            <pc:docMk/>
            <pc:sldMk cId="0" sldId="258"/>
            <ac:spMk id="16" creationId="{00000000-0000-0000-0000-000000000000}"/>
          </ac:spMkLst>
        </pc:spChg>
        <pc:picChg chg="mod">
          <ac:chgData name="William Phiri" userId="9064c0c3e507df26" providerId="LiveId" clId="{8D5EA1AD-2076-4D42-B312-877170AB76EC}" dt="2025-10-27T11:01:14.229" v="247" actId="1036"/>
          <ac:picMkLst>
            <pc:docMk/>
            <pc:sldMk cId="0" sldId="258"/>
            <ac:picMk id="11" creationId="{00000000-0000-0000-0000-000000000000}"/>
          </ac:picMkLst>
        </pc:picChg>
        <pc:picChg chg="add mod">
          <ac:chgData name="William Phiri" userId="9064c0c3e507df26" providerId="LiveId" clId="{8D5EA1AD-2076-4D42-B312-877170AB76EC}" dt="2025-10-27T10:55:30.760" v="225" actId="14100"/>
          <ac:picMkLst>
            <pc:docMk/>
            <pc:sldMk cId="0" sldId="258"/>
            <ac:picMk id="34" creationId="{13263930-EC5A-B3F3-451A-FF1F3E37079A}"/>
          </ac:picMkLst>
        </pc:picChg>
        <pc:picChg chg="add mod">
          <ac:chgData name="William Phiri" userId="9064c0c3e507df26" providerId="LiveId" clId="{8D5EA1AD-2076-4D42-B312-877170AB76EC}" dt="2025-10-27T11:01:19.197" v="248" actId="1038"/>
          <ac:picMkLst>
            <pc:docMk/>
            <pc:sldMk cId="0" sldId="258"/>
            <ac:picMk id="35" creationId="{BE613E09-CF94-015F-876F-88B1672E2F27}"/>
          </ac:picMkLst>
        </pc:picChg>
      </pc:sldChg>
      <pc:sldChg chg="addSp delSp modSp mod">
        <pc:chgData name="William Phiri" userId="9064c0c3e507df26" providerId="LiveId" clId="{8D5EA1AD-2076-4D42-B312-877170AB76EC}" dt="2025-10-29T22:09:58.013" v="2842" actId="14100"/>
        <pc:sldMkLst>
          <pc:docMk/>
          <pc:sldMk cId="0" sldId="259"/>
        </pc:sldMkLst>
        <pc:spChg chg="mod">
          <ac:chgData name="William Phiri" userId="9064c0c3e507df26" providerId="LiveId" clId="{8D5EA1AD-2076-4D42-B312-877170AB76EC}" dt="2025-10-29T22:09:58.013" v="2842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William Phiri" userId="9064c0c3e507df26" providerId="LiveId" clId="{8D5EA1AD-2076-4D42-B312-877170AB76EC}" dt="2025-10-28T21:58:42.770" v="2323" actId="20577"/>
          <ac:spMkLst>
            <pc:docMk/>
            <pc:sldMk cId="0" sldId="259"/>
            <ac:spMk id="17" creationId="{00000000-0000-0000-0000-000000000000}"/>
          </ac:spMkLst>
        </pc:spChg>
        <pc:picChg chg="add mod">
          <ac:chgData name="William Phiri" userId="9064c0c3e507df26" providerId="LiveId" clId="{8D5EA1AD-2076-4D42-B312-877170AB76EC}" dt="2025-10-27T11:24:49.361" v="358" actId="1036"/>
          <ac:picMkLst>
            <pc:docMk/>
            <pc:sldMk cId="0" sldId="259"/>
            <ac:picMk id="33" creationId="{BB82A6D2-CAED-1E40-2247-CECFA7B87BDC}"/>
          </ac:picMkLst>
        </pc:picChg>
      </pc:sldChg>
      <pc:sldChg chg="addSp delSp modSp mod">
        <pc:chgData name="William Phiri" userId="9064c0c3e507df26" providerId="LiveId" clId="{8D5EA1AD-2076-4D42-B312-877170AB76EC}" dt="2025-11-15T14:21:51.516" v="3364" actId="1038"/>
        <pc:sldMkLst>
          <pc:docMk/>
          <pc:sldMk cId="0" sldId="260"/>
        </pc:sldMkLst>
        <pc:spChg chg="mod">
          <ac:chgData name="William Phiri" userId="9064c0c3e507df26" providerId="LiveId" clId="{8D5EA1AD-2076-4D42-B312-877170AB76EC}" dt="2025-10-29T22:10:08.125" v="2843" actId="271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illiam Phiri" userId="9064c0c3e507df26" providerId="LiveId" clId="{8D5EA1AD-2076-4D42-B312-877170AB76EC}" dt="2025-10-28T21:58:56.295" v="2328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28.465" v="3058" actId="1410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41.237" v="3076" actId="1035"/>
          <ac:spMkLst>
            <pc:docMk/>
            <pc:sldMk cId="0" sldId="260"/>
            <ac:spMk id="21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41.237" v="3076" actId="103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41.237" v="3076" actId="103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41.237" v="3076" actId="103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41.237" v="3076" actId="103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41.237" v="3076" actId="1035"/>
          <ac:spMkLst>
            <pc:docMk/>
            <pc:sldMk cId="0" sldId="260"/>
            <ac:spMk id="26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41.237" v="3076" actId="103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41.237" v="3076" actId="103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7:52.217" v="3094" actId="1035"/>
          <ac:spMkLst>
            <pc:docMk/>
            <pc:sldMk cId="0" sldId="260"/>
            <ac:spMk id="29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8:55.374" v="3195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20:42.224" v="3291" actId="1038"/>
          <ac:spMkLst>
            <pc:docMk/>
            <pc:sldMk cId="0" sldId="260"/>
            <ac:spMk id="31" creationId="{00000000-0000-0000-0000-000000000000}"/>
          </ac:spMkLst>
        </pc:spChg>
        <pc:picChg chg="add del mod">
          <ac:chgData name="William Phiri" userId="9064c0c3e507df26" providerId="LiveId" clId="{8D5EA1AD-2076-4D42-B312-877170AB76EC}" dt="2025-11-15T14:20:55.316" v="3295" actId="1076"/>
          <ac:picMkLst>
            <pc:docMk/>
            <pc:sldMk cId="0" sldId="260"/>
            <ac:picMk id="2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7:41.237" v="3076" actId="1035"/>
          <ac:picMkLst>
            <pc:docMk/>
            <pc:sldMk cId="0" sldId="260"/>
            <ac:picMk id="4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7:41.237" v="3076" actId="1035"/>
          <ac:picMkLst>
            <pc:docMk/>
            <pc:sldMk cId="0" sldId="260"/>
            <ac:picMk id="10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7:52.217" v="3094" actId="1035"/>
          <ac:picMkLst>
            <pc:docMk/>
            <pc:sldMk cId="0" sldId="260"/>
            <ac:picMk id="12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9:09.196" v="3197" actId="14100"/>
          <ac:picMkLst>
            <pc:docMk/>
            <pc:sldMk cId="0" sldId="260"/>
            <ac:picMk id="14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20:19.979" v="3233" actId="14100"/>
          <ac:picMkLst>
            <pc:docMk/>
            <pc:sldMk cId="0" sldId="260"/>
            <ac:picMk id="16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21:51.516" v="3364" actId="1038"/>
          <ac:picMkLst>
            <pc:docMk/>
            <pc:sldMk cId="0" sldId="260"/>
            <ac:picMk id="17" creationId="{00000000-0000-0000-0000-000000000000}"/>
          </ac:picMkLst>
        </pc:picChg>
        <pc:picChg chg="add mod">
          <ac:chgData name="William Phiri" userId="9064c0c3e507df26" providerId="LiveId" clId="{8D5EA1AD-2076-4D42-B312-877170AB76EC}" dt="2025-11-15T14:19:14.490" v="3198" actId="14100"/>
          <ac:picMkLst>
            <pc:docMk/>
            <pc:sldMk cId="0" sldId="260"/>
            <ac:picMk id="33" creationId="{6BD10294-3379-1A20-EC8E-5E46A821B047}"/>
          </ac:picMkLst>
        </pc:picChg>
        <pc:picChg chg="add mod">
          <ac:chgData name="William Phiri" userId="9064c0c3e507df26" providerId="LiveId" clId="{8D5EA1AD-2076-4D42-B312-877170AB76EC}" dt="2025-11-15T14:17:52.217" v="3094" actId="1035"/>
          <ac:picMkLst>
            <pc:docMk/>
            <pc:sldMk cId="0" sldId="260"/>
            <ac:picMk id="35" creationId="{BABA9A32-3172-914E-C684-E434D709BE86}"/>
          </ac:picMkLst>
        </pc:picChg>
      </pc:sldChg>
      <pc:sldChg chg="addSp delSp modSp mod">
        <pc:chgData name="William Phiri" userId="9064c0c3e507df26" providerId="LiveId" clId="{8D5EA1AD-2076-4D42-B312-877170AB76EC}" dt="2025-11-15T14:26:25.178" v="3633" actId="1037"/>
        <pc:sldMkLst>
          <pc:docMk/>
          <pc:sldMk cId="0" sldId="261"/>
        </pc:sldMkLst>
        <pc:spChg chg="mod">
          <ac:chgData name="William Phiri" userId="9064c0c3e507df26" providerId="LiveId" clId="{8D5EA1AD-2076-4D42-B312-877170AB76EC}" dt="2025-10-27T12:39:25.916" v="984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William Phiri" userId="9064c0c3e507df26" providerId="LiveId" clId="{8D5EA1AD-2076-4D42-B312-877170AB76EC}" dt="2025-10-28T21:59:04.465" v="2332" actId="2057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William Phiri" userId="9064c0c3e507df26" providerId="LiveId" clId="{8D5EA1AD-2076-4D42-B312-877170AB76EC}" dt="2025-10-27T11:53:04.565" v="446" actId="1035"/>
          <ac:spMkLst>
            <pc:docMk/>
            <pc:sldMk cId="0" sldId="261"/>
            <ac:spMk id="19" creationId="{00000000-0000-0000-0000-000000000000}"/>
          </ac:spMkLst>
        </pc:spChg>
        <pc:spChg chg="add mod">
          <ac:chgData name="William Phiri" userId="9064c0c3e507df26" providerId="LiveId" clId="{8D5EA1AD-2076-4D42-B312-877170AB76EC}" dt="2025-11-15T14:21:50.927" v="3363" actId="14100"/>
          <ac:spMkLst>
            <pc:docMk/>
            <pc:sldMk cId="0" sldId="261"/>
            <ac:spMk id="37" creationId="{C5E2F413-6CEB-0282-627F-F62831ED90D1}"/>
          </ac:spMkLst>
        </pc:spChg>
        <pc:spChg chg="add mod">
          <ac:chgData name="William Phiri" userId="9064c0c3e507df26" providerId="LiveId" clId="{8D5EA1AD-2076-4D42-B312-877170AB76EC}" dt="2025-11-15T14:23:15.780" v="3369" actId="255"/>
          <ac:spMkLst>
            <pc:docMk/>
            <pc:sldMk cId="0" sldId="261"/>
            <ac:spMk id="38" creationId="{4A7AB707-2424-3F6D-EF9D-E85236457B13}"/>
          </ac:spMkLst>
        </pc:spChg>
        <pc:spChg chg="add mod">
          <ac:chgData name="William Phiri" userId="9064c0c3e507df26" providerId="LiveId" clId="{8D5EA1AD-2076-4D42-B312-877170AB76EC}" dt="2025-11-15T14:23:45.317" v="3426" actId="1035"/>
          <ac:spMkLst>
            <pc:docMk/>
            <pc:sldMk cId="0" sldId="261"/>
            <ac:spMk id="39" creationId="{2DDB3FAA-4E16-855D-E655-0A9FCBDBD865}"/>
          </ac:spMkLst>
        </pc:spChg>
        <pc:spChg chg="add mod">
          <ac:chgData name="William Phiri" userId="9064c0c3e507df26" providerId="LiveId" clId="{8D5EA1AD-2076-4D42-B312-877170AB76EC}" dt="2025-11-15T14:23:51.260" v="3441" actId="1035"/>
          <ac:spMkLst>
            <pc:docMk/>
            <pc:sldMk cId="0" sldId="261"/>
            <ac:spMk id="40" creationId="{1B98B4D6-427B-B259-C959-B4B0FAB74286}"/>
          </ac:spMkLst>
        </pc:spChg>
        <pc:spChg chg="add mod">
          <ac:chgData name="William Phiri" userId="9064c0c3e507df26" providerId="LiveId" clId="{8D5EA1AD-2076-4D42-B312-877170AB76EC}" dt="2025-11-15T14:25:01.825" v="3548" actId="14100"/>
          <ac:spMkLst>
            <pc:docMk/>
            <pc:sldMk cId="0" sldId="261"/>
            <ac:spMk id="42" creationId="{A0E7AEEE-CD9B-F9B2-C0F8-FD41C28DFC8D}"/>
          </ac:spMkLst>
        </pc:spChg>
        <pc:spChg chg="add mod">
          <ac:chgData name="William Phiri" userId="9064c0c3e507df26" providerId="LiveId" clId="{8D5EA1AD-2076-4D42-B312-877170AB76EC}" dt="2025-11-15T14:25:11.543" v="3565" actId="1035"/>
          <ac:spMkLst>
            <pc:docMk/>
            <pc:sldMk cId="0" sldId="261"/>
            <ac:spMk id="43" creationId="{5BF4F072-2E67-9ACC-1D28-88685D9DD427}"/>
          </ac:spMkLst>
        </pc:spChg>
        <pc:picChg chg="mod">
          <ac:chgData name="William Phiri" userId="9064c0c3e507df26" providerId="LiveId" clId="{8D5EA1AD-2076-4D42-B312-877170AB76EC}" dt="2025-11-15T14:25:41.395" v="3593" actId="14100"/>
          <ac:picMkLst>
            <pc:docMk/>
            <pc:sldMk cId="0" sldId="261"/>
            <ac:picMk id="2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25:57.859" v="3596" actId="14100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William Phiri" userId="9064c0c3e507df26" providerId="LiveId" clId="{8D5EA1AD-2076-4D42-B312-877170AB76EC}" dt="2025-11-15T14:26:25.178" v="3633" actId="1037"/>
          <ac:picMkLst>
            <pc:docMk/>
            <pc:sldMk cId="0" sldId="261"/>
            <ac:picMk id="31" creationId="{D94A78E3-83D9-4442-688F-146ABFA0A83B}"/>
          </ac:picMkLst>
        </pc:picChg>
        <pc:picChg chg="add mod">
          <ac:chgData name="William Phiri" userId="9064c0c3e507df26" providerId="LiveId" clId="{8D5EA1AD-2076-4D42-B312-877170AB76EC}" dt="2025-11-15T14:24:06.719" v="3463" actId="14100"/>
          <ac:picMkLst>
            <pc:docMk/>
            <pc:sldMk cId="0" sldId="261"/>
            <ac:picMk id="32" creationId="{98C7E3B6-185B-2AFD-FD53-1B3B4A97E013}"/>
          </ac:picMkLst>
        </pc:picChg>
        <pc:picChg chg="add mod">
          <ac:chgData name="William Phiri" userId="9064c0c3e507df26" providerId="LiveId" clId="{8D5EA1AD-2076-4D42-B312-877170AB76EC}" dt="2025-11-15T14:21:49.264" v="3362" actId="14100"/>
          <ac:picMkLst>
            <pc:docMk/>
            <pc:sldMk cId="0" sldId="261"/>
            <ac:picMk id="34" creationId="{16D05A8A-82C9-2D70-4B9B-35B8623BCD76}"/>
          </ac:picMkLst>
        </pc:picChg>
        <pc:picChg chg="add mod">
          <ac:chgData name="William Phiri" userId="9064c0c3e507df26" providerId="LiveId" clId="{8D5EA1AD-2076-4D42-B312-877170AB76EC}" dt="2025-11-15T14:23:35.604" v="3396" actId="1035"/>
          <ac:picMkLst>
            <pc:docMk/>
            <pc:sldMk cId="0" sldId="261"/>
            <ac:picMk id="35" creationId="{8FDA78A9-4F35-3A02-3158-1FD4298F94F3}"/>
          </ac:picMkLst>
        </pc:picChg>
        <pc:picChg chg="add mod">
          <ac:chgData name="William Phiri" userId="9064c0c3e507df26" providerId="LiveId" clId="{8D5EA1AD-2076-4D42-B312-877170AB76EC}" dt="2025-11-15T14:23:58.189" v="3462" actId="1035"/>
          <ac:picMkLst>
            <pc:docMk/>
            <pc:sldMk cId="0" sldId="261"/>
            <ac:picMk id="36" creationId="{6E3A5D58-79DC-E8A0-C1AA-F6D8124FF0DA}"/>
          </ac:picMkLst>
        </pc:picChg>
        <pc:picChg chg="add mod">
          <ac:chgData name="William Phiri" userId="9064c0c3e507df26" providerId="LiveId" clId="{8D5EA1AD-2076-4D42-B312-877170AB76EC}" dt="2025-11-15T14:25:46.127" v="3594" actId="14100"/>
          <ac:picMkLst>
            <pc:docMk/>
            <pc:sldMk cId="0" sldId="261"/>
            <ac:picMk id="41" creationId="{7453182F-18C9-E99D-1E3D-87EC474186D7}"/>
          </ac:picMkLst>
        </pc:picChg>
        <pc:picChg chg="add mod modCrop">
          <ac:chgData name="William Phiri" userId="9064c0c3e507df26" providerId="LiveId" clId="{8D5EA1AD-2076-4D42-B312-877170AB76EC}" dt="2025-11-15T14:25:20.392" v="3590" actId="1035"/>
          <ac:picMkLst>
            <pc:docMk/>
            <pc:sldMk cId="0" sldId="261"/>
            <ac:picMk id="45" creationId="{B095C4C1-ECCA-0E5C-B19E-B24CB15CEC41}"/>
          </ac:picMkLst>
        </pc:picChg>
      </pc:sldChg>
      <pc:sldChg chg="addSp delSp modSp mod">
        <pc:chgData name="William Phiri" userId="9064c0c3e507df26" providerId="LiveId" clId="{8D5EA1AD-2076-4D42-B312-877170AB76EC}" dt="2025-11-15T14:37:23.832" v="4078" actId="14100"/>
        <pc:sldMkLst>
          <pc:docMk/>
          <pc:sldMk cId="0" sldId="262"/>
        </pc:sldMkLst>
        <pc:spChg chg="mod">
          <ac:chgData name="William Phiri" userId="9064c0c3e507df26" providerId="LiveId" clId="{8D5EA1AD-2076-4D42-B312-877170AB76EC}" dt="2025-10-29T22:14:17.861" v="2845" actId="2711"/>
          <ac:spMkLst>
            <pc:docMk/>
            <pc:sldMk cId="0" sldId="262"/>
            <ac:spMk id="22" creationId="{00000000-0000-0000-0000-000000000000}"/>
          </ac:spMkLst>
        </pc:spChg>
        <pc:spChg chg="mod">
          <ac:chgData name="William Phiri" userId="9064c0c3e507df26" providerId="LiveId" clId="{8D5EA1AD-2076-4D42-B312-877170AB76EC}" dt="2025-10-28T21:59:17.805" v="2336" actId="20577"/>
          <ac:spMkLst>
            <pc:docMk/>
            <pc:sldMk cId="0" sldId="262"/>
            <ac:spMk id="23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27:58.815" v="3671" actId="1035"/>
          <ac:spMkLst>
            <pc:docMk/>
            <pc:sldMk cId="0" sldId="262"/>
            <ac:spMk id="24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28:15.481" v="3691" actId="103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28:25.301" v="3718" actId="103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28:36.053" v="3743" actId="103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29:15.005" v="3767" actId="1035"/>
          <ac:spMkLst>
            <pc:docMk/>
            <pc:sldMk cId="0" sldId="262"/>
            <ac:spMk id="28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46.932" v="3910" actId="1035"/>
          <ac:spMkLst>
            <pc:docMk/>
            <pc:sldMk cId="0" sldId="262"/>
            <ac:spMk id="29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46.932" v="3910" actId="1035"/>
          <ac:spMkLst>
            <pc:docMk/>
            <pc:sldMk cId="0" sldId="262"/>
            <ac:spMk id="30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46.932" v="3910" actId="1035"/>
          <ac:spMkLst>
            <pc:docMk/>
            <pc:sldMk cId="0" sldId="262"/>
            <ac:spMk id="31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46.932" v="3910" actId="1035"/>
          <ac:spMkLst>
            <pc:docMk/>
            <pc:sldMk cId="0" sldId="262"/>
            <ac:spMk id="32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46.932" v="3910" actId="1035"/>
          <ac:spMkLst>
            <pc:docMk/>
            <pc:sldMk cId="0" sldId="262"/>
            <ac:spMk id="33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58.415" v="3918" actId="1035"/>
          <ac:spMkLst>
            <pc:docMk/>
            <pc:sldMk cId="0" sldId="262"/>
            <ac:spMk id="34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46.932" v="3910" actId="1035"/>
          <ac:spMkLst>
            <pc:docMk/>
            <pc:sldMk cId="0" sldId="262"/>
            <ac:spMk id="35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46.932" v="3910" actId="1035"/>
          <ac:spMkLst>
            <pc:docMk/>
            <pc:sldMk cId="0" sldId="262"/>
            <ac:spMk id="36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46.932" v="3910" actId="1035"/>
          <ac:spMkLst>
            <pc:docMk/>
            <pc:sldMk cId="0" sldId="262"/>
            <ac:spMk id="37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2:46.932" v="3910" actId="1035"/>
          <ac:spMkLst>
            <pc:docMk/>
            <pc:sldMk cId="0" sldId="262"/>
            <ac:spMk id="38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7:05.717" v="4076" actId="1035"/>
          <ac:spMkLst>
            <pc:docMk/>
            <pc:sldMk cId="0" sldId="262"/>
            <ac:spMk id="40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7:05.717" v="4076" actId="1035"/>
          <ac:spMkLst>
            <pc:docMk/>
            <pc:sldMk cId="0" sldId="262"/>
            <ac:spMk id="41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7:05.717" v="4076" actId="1035"/>
          <ac:spMkLst>
            <pc:docMk/>
            <pc:sldMk cId="0" sldId="262"/>
            <ac:spMk id="42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7:05.717" v="4076" actId="1035"/>
          <ac:spMkLst>
            <pc:docMk/>
            <pc:sldMk cId="0" sldId="262"/>
            <ac:spMk id="43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7:05.717" v="4076" actId="1035"/>
          <ac:spMkLst>
            <pc:docMk/>
            <pc:sldMk cId="0" sldId="262"/>
            <ac:spMk id="44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7:05.717" v="4076" actId="1035"/>
          <ac:spMkLst>
            <pc:docMk/>
            <pc:sldMk cId="0" sldId="262"/>
            <ac:spMk id="45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7:05.717" v="4076" actId="1035"/>
          <ac:spMkLst>
            <pc:docMk/>
            <pc:sldMk cId="0" sldId="262"/>
            <ac:spMk id="46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7:05.717" v="4076" actId="1035"/>
          <ac:spMkLst>
            <pc:docMk/>
            <pc:sldMk cId="0" sldId="262"/>
            <ac:spMk id="47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7:05.717" v="4076" actId="1035"/>
          <ac:spMkLst>
            <pc:docMk/>
            <pc:sldMk cId="0" sldId="262"/>
            <ac:spMk id="48" creationId="{00000000-0000-0000-0000-000000000000}"/>
          </ac:spMkLst>
        </pc:spChg>
        <pc:spChg chg="add mod">
          <ac:chgData name="William Phiri" userId="9064c0c3e507df26" providerId="LiveId" clId="{8D5EA1AD-2076-4D42-B312-877170AB76EC}" dt="2025-11-15T14:33:37.261" v="3948" actId="1035"/>
          <ac:spMkLst>
            <pc:docMk/>
            <pc:sldMk cId="0" sldId="262"/>
            <ac:spMk id="53" creationId="{0DB1D331-B9BA-0694-B7C1-33A7B7DD2C2E}"/>
          </ac:spMkLst>
        </pc:spChg>
        <pc:picChg chg="mod">
          <ac:chgData name="William Phiri" userId="9064c0c3e507df26" providerId="LiveId" clId="{8D5EA1AD-2076-4D42-B312-877170AB76EC}" dt="2025-11-15T14:37:23.832" v="4078" actId="14100"/>
          <ac:picMkLst>
            <pc:docMk/>
            <pc:sldMk cId="0" sldId="262"/>
            <ac:picMk id="2" creationId="{00000000-0000-0000-0000-000000000000}"/>
          </ac:picMkLst>
        </pc:picChg>
        <pc:picChg chg="mod">
          <ac:chgData name="William Phiri" userId="9064c0c3e507df26" providerId="LiveId" clId="{8D5EA1AD-2076-4D42-B312-877170AB76EC}" dt="2025-10-27T12:40:42.972" v="1003" actId="14100"/>
          <ac:picMkLst>
            <pc:docMk/>
            <pc:sldMk cId="0" sldId="262"/>
            <ac:picMk id="3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27:48.769" v="3658" actId="1035"/>
          <ac:picMkLst>
            <pc:docMk/>
            <pc:sldMk cId="0" sldId="262"/>
            <ac:picMk id="4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1:11.874" v="3781" actId="14100"/>
          <ac:picMkLst>
            <pc:docMk/>
            <pc:sldMk cId="0" sldId="262"/>
            <ac:picMk id="6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1:11.874" v="3781" actId="14100"/>
          <ac:picMkLst>
            <pc:docMk/>
            <pc:sldMk cId="0" sldId="262"/>
            <ac:picMk id="7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2:46.932" v="3910" actId="1035"/>
          <ac:picMkLst>
            <pc:docMk/>
            <pc:sldMk cId="0" sldId="262"/>
            <ac:picMk id="8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1:42.105" v="3822" actId="1035"/>
          <ac:picMkLst>
            <pc:docMk/>
            <pc:sldMk cId="0" sldId="262"/>
            <ac:picMk id="9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6:08.469" v="3988" actId="14100"/>
          <ac:picMkLst>
            <pc:docMk/>
            <pc:sldMk cId="0" sldId="262"/>
            <ac:picMk id="14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6:43.704" v="4055" actId="1035"/>
          <ac:picMkLst>
            <pc:docMk/>
            <pc:sldMk cId="0" sldId="262"/>
            <ac:picMk id="15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6:08.469" v="3988" actId="14100"/>
          <ac:picMkLst>
            <pc:docMk/>
            <pc:sldMk cId="0" sldId="262"/>
            <ac:picMk id="16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7:05.717" v="4076" actId="1035"/>
          <ac:picMkLst>
            <pc:docMk/>
            <pc:sldMk cId="0" sldId="262"/>
            <ac:picMk id="17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6:31.700" v="4021" actId="1035"/>
          <ac:picMkLst>
            <pc:docMk/>
            <pc:sldMk cId="0" sldId="262"/>
            <ac:picMk id="18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6:31.700" v="4021" actId="1035"/>
          <ac:picMkLst>
            <pc:docMk/>
            <pc:sldMk cId="0" sldId="262"/>
            <ac:picMk id="19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6:43.704" v="4055" actId="1035"/>
          <ac:picMkLst>
            <pc:docMk/>
            <pc:sldMk cId="0" sldId="262"/>
            <ac:picMk id="20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6:43.704" v="4055" actId="1035"/>
          <ac:picMkLst>
            <pc:docMk/>
            <pc:sldMk cId="0" sldId="262"/>
            <ac:picMk id="21" creationId="{00000000-0000-0000-0000-000000000000}"/>
          </ac:picMkLst>
        </pc:picChg>
        <pc:picChg chg="add mod">
          <ac:chgData name="William Phiri" userId="9064c0c3e507df26" providerId="LiveId" clId="{8D5EA1AD-2076-4D42-B312-877170AB76EC}" dt="2025-10-27T12:29:04.802" v="881" actId="1076"/>
          <ac:picMkLst>
            <pc:docMk/>
            <pc:sldMk cId="0" sldId="262"/>
            <ac:picMk id="50" creationId="{AB1399A4-C839-5C5F-D697-405B056A0612}"/>
          </ac:picMkLst>
        </pc:picChg>
        <pc:picChg chg="add mod">
          <ac:chgData name="William Phiri" userId="9064c0c3e507df26" providerId="LiveId" clId="{8D5EA1AD-2076-4D42-B312-877170AB76EC}" dt="2025-11-15T14:33:37.261" v="3948" actId="1035"/>
          <ac:picMkLst>
            <pc:docMk/>
            <pc:sldMk cId="0" sldId="262"/>
            <ac:picMk id="51" creationId="{DE570A56-F6D3-30A2-7278-677F1787EB9F}"/>
          </ac:picMkLst>
        </pc:picChg>
      </pc:sldChg>
      <pc:sldChg chg="addSp delSp modSp mod">
        <pc:chgData name="William Phiri" userId="9064c0c3e507df26" providerId="LiveId" clId="{8D5EA1AD-2076-4D42-B312-877170AB76EC}" dt="2025-11-17T16:41:38.766" v="4232" actId="1036"/>
        <pc:sldMkLst>
          <pc:docMk/>
          <pc:sldMk cId="0" sldId="263"/>
        </pc:sldMkLst>
        <pc:spChg chg="mod">
          <ac:chgData name="William Phiri" userId="9064c0c3e507df26" providerId="LiveId" clId="{8D5EA1AD-2076-4D42-B312-877170AB76EC}" dt="2025-10-29T22:14:50.653" v="2847" actId="2711"/>
          <ac:spMkLst>
            <pc:docMk/>
            <pc:sldMk cId="0" sldId="263"/>
            <ac:spMk id="18" creationId="{00000000-0000-0000-0000-000000000000}"/>
          </ac:spMkLst>
        </pc:spChg>
        <pc:spChg chg="mod">
          <ac:chgData name="William Phiri" userId="9064c0c3e507df26" providerId="LiveId" clId="{8D5EA1AD-2076-4D42-B312-877170AB76EC}" dt="2025-10-28T21:59:30.025" v="2341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William Phiri" userId="9064c0c3e507df26" providerId="LiveId" clId="{8D5EA1AD-2076-4D42-B312-877170AB76EC}" dt="2025-10-27T13:09:08.210" v="1075" actId="1035"/>
          <ac:spMkLst>
            <pc:docMk/>
            <pc:sldMk cId="0" sldId="263"/>
            <ac:spMk id="20" creationId="{00000000-0000-0000-0000-000000000000}"/>
          </ac:spMkLst>
        </pc:spChg>
        <pc:spChg chg="mod ord">
          <ac:chgData name="William Phiri" userId="9064c0c3e507df26" providerId="LiveId" clId="{8D5EA1AD-2076-4D42-B312-877170AB76EC}" dt="2025-10-27T13:40:36.667" v="1917" actId="1036"/>
          <ac:spMkLst>
            <pc:docMk/>
            <pc:sldMk cId="0" sldId="263"/>
            <ac:spMk id="21" creationId="{00000000-0000-0000-0000-000000000000}"/>
          </ac:spMkLst>
        </pc:spChg>
        <pc:spChg chg="mod ord">
          <ac:chgData name="William Phiri" userId="9064c0c3e507df26" providerId="LiveId" clId="{8D5EA1AD-2076-4D42-B312-877170AB76EC}" dt="2025-10-27T13:40:36.667" v="1917" actId="1036"/>
          <ac:spMkLst>
            <pc:docMk/>
            <pc:sldMk cId="0" sldId="263"/>
            <ac:spMk id="22" creationId="{00000000-0000-0000-0000-000000000000}"/>
          </ac:spMkLst>
        </pc:spChg>
        <pc:spChg chg="mod ord">
          <ac:chgData name="William Phiri" userId="9064c0c3e507df26" providerId="LiveId" clId="{8D5EA1AD-2076-4D42-B312-877170AB76EC}" dt="2025-10-27T13:40:36.667" v="1917" actId="1036"/>
          <ac:spMkLst>
            <pc:docMk/>
            <pc:sldMk cId="0" sldId="263"/>
            <ac:spMk id="23" creationId="{00000000-0000-0000-0000-000000000000}"/>
          </ac:spMkLst>
        </pc:spChg>
        <pc:spChg chg="mod ord">
          <ac:chgData name="William Phiri" userId="9064c0c3e507df26" providerId="LiveId" clId="{8D5EA1AD-2076-4D42-B312-877170AB76EC}" dt="2025-10-27T13:40:36.667" v="1917" actId="103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William Phiri" userId="9064c0c3e507df26" providerId="LiveId" clId="{8D5EA1AD-2076-4D42-B312-877170AB76EC}" dt="2025-10-27T13:41:09.765" v="1931" actId="10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William Phiri" userId="9064c0c3e507df26" providerId="LiveId" clId="{8D5EA1AD-2076-4D42-B312-877170AB76EC}" dt="2025-10-27T13:41:09.765" v="1931" actId="103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William Phiri" userId="9064c0c3e507df26" providerId="LiveId" clId="{8D5EA1AD-2076-4D42-B312-877170AB76EC}" dt="2025-11-17T16:41:38.766" v="4232" actId="103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William Phiri" userId="9064c0c3e507df26" providerId="LiveId" clId="{8D5EA1AD-2076-4D42-B312-877170AB76EC}" dt="2025-10-27T13:41:09.765" v="1931" actId="103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William Phiri" userId="9064c0c3e507df26" providerId="LiveId" clId="{8D5EA1AD-2076-4D42-B312-877170AB76EC}" dt="2025-10-27T13:41:09.765" v="1931" actId="103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William Phiri" userId="9064c0c3e507df26" providerId="LiveId" clId="{8D5EA1AD-2076-4D42-B312-877170AB76EC}" dt="2025-10-27T13:25:40.080" v="1533" actId="103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William Phiri" userId="9064c0c3e507df26" providerId="LiveId" clId="{8D5EA1AD-2076-4D42-B312-877170AB76EC}" dt="2025-10-27T13:41:09.765" v="1931" actId="1036"/>
          <ac:spMkLst>
            <pc:docMk/>
            <pc:sldMk cId="0" sldId="263"/>
            <ac:spMk id="31" creationId="{00000000-0000-0000-0000-000000000000}"/>
          </ac:spMkLst>
        </pc:spChg>
        <pc:spChg chg="mod ord">
          <ac:chgData name="William Phiri" userId="9064c0c3e507df26" providerId="LiveId" clId="{8D5EA1AD-2076-4D42-B312-877170AB76EC}" dt="2025-10-27T13:41:09.765" v="1931" actId="1036"/>
          <ac:spMkLst>
            <pc:docMk/>
            <pc:sldMk cId="0" sldId="263"/>
            <ac:spMk id="32" creationId="{00000000-0000-0000-0000-000000000000}"/>
          </ac:spMkLst>
        </pc:spChg>
        <pc:spChg chg="mod ord">
          <ac:chgData name="William Phiri" userId="9064c0c3e507df26" providerId="LiveId" clId="{8D5EA1AD-2076-4D42-B312-877170AB76EC}" dt="2025-10-27T13:41:09.765" v="1931" actId="1036"/>
          <ac:spMkLst>
            <pc:docMk/>
            <pc:sldMk cId="0" sldId="263"/>
            <ac:spMk id="33" creationId="{00000000-0000-0000-0000-000000000000}"/>
          </ac:spMkLst>
        </pc:spChg>
        <pc:spChg chg="mod ord">
          <ac:chgData name="William Phiri" userId="9064c0c3e507df26" providerId="LiveId" clId="{8D5EA1AD-2076-4D42-B312-877170AB76EC}" dt="2025-10-27T13:41:09.765" v="1931" actId="1036"/>
          <ac:spMkLst>
            <pc:docMk/>
            <pc:sldMk cId="0" sldId="263"/>
            <ac:spMk id="34" creationId="{00000000-0000-0000-0000-000000000000}"/>
          </ac:spMkLst>
        </pc:spChg>
        <pc:spChg chg="mod ord">
          <ac:chgData name="William Phiri" userId="9064c0c3e507df26" providerId="LiveId" clId="{8D5EA1AD-2076-4D42-B312-877170AB76EC}" dt="2025-10-27T13:41:09.765" v="1931" actId="1036"/>
          <ac:spMkLst>
            <pc:docMk/>
            <pc:sldMk cId="0" sldId="263"/>
            <ac:spMk id="35" creationId="{00000000-0000-0000-0000-000000000000}"/>
          </ac:spMkLst>
        </pc:spChg>
        <pc:picChg chg="mod">
          <ac:chgData name="William Phiri" userId="9064c0c3e507df26" providerId="LiveId" clId="{8D5EA1AD-2076-4D42-B312-877170AB76EC}" dt="2025-10-27T13:09:08.210" v="1075" actId="1035"/>
          <ac:picMkLst>
            <pc:docMk/>
            <pc:sldMk cId="0" sldId="263"/>
            <ac:picMk id="4" creationId="{00000000-0000-0000-0000-000000000000}"/>
          </ac:picMkLst>
        </pc:picChg>
        <pc:picChg chg="mod">
          <ac:chgData name="William Phiri" userId="9064c0c3e507df26" providerId="LiveId" clId="{8D5EA1AD-2076-4D42-B312-877170AB76EC}" dt="2025-10-27T13:23:27.329" v="1351" actId="14100"/>
          <ac:picMkLst>
            <pc:docMk/>
            <pc:sldMk cId="0" sldId="263"/>
            <ac:picMk id="5" creationId="{00000000-0000-0000-0000-000000000000}"/>
          </ac:picMkLst>
        </pc:picChg>
        <pc:picChg chg="mod ord">
          <ac:chgData name="William Phiri" userId="9064c0c3e507df26" providerId="LiveId" clId="{8D5EA1AD-2076-4D42-B312-877170AB76EC}" dt="2025-10-27T13:40:36.667" v="1917" actId="1036"/>
          <ac:picMkLst>
            <pc:docMk/>
            <pc:sldMk cId="0" sldId="263"/>
            <ac:picMk id="8" creationId="{00000000-0000-0000-0000-000000000000}"/>
          </ac:picMkLst>
        </pc:picChg>
        <pc:picChg chg="mod">
          <ac:chgData name="William Phiri" userId="9064c0c3e507df26" providerId="LiveId" clId="{8D5EA1AD-2076-4D42-B312-877170AB76EC}" dt="2025-10-27T13:23:21.071" v="1350" actId="1038"/>
          <ac:picMkLst>
            <pc:docMk/>
            <pc:sldMk cId="0" sldId="263"/>
            <ac:picMk id="9" creationId="{00000000-0000-0000-0000-000000000000}"/>
          </ac:picMkLst>
        </pc:picChg>
        <pc:picChg chg="mod">
          <ac:chgData name="William Phiri" userId="9064c0c3e507df26" providerId="LiveId" clId="{8D5EA1AD-2076-4D42-B312-877170AB76EC}" dt="2025-10-27T13:22:55" v="1308" actId="14100"/>
          <ac:picMkLst>
            <pc:docMk/>
            <pc:sldMk cId="0" sldId="263"/>
            <ac:picMk id="10" creationId="{00000000-0000-0000-0000-000000000000}"/>
          </ac:picMkLst>
        </pc:picChg>
        <pc:picChg chg="mod">
          <ac:chgData name="William Phiri" userId="9064c0c3e507df26" providerId="LiveId" clId="{8D5EA1AD-2076-4D42-B312-877170AB76EC}" dt="2025-10-27T13:38:12.037" v="1867" actId="1037"/>
          <ac:picMkLst>
            <pc:docMk/>
            <pc:sldMk cId="0" sldId="263"/>
            <ac:picMk id="11" creationId="{00000000-0000-0000-0000-000000000000}"/>
          </ac:picMkLst>
        </pc:picChg>
        <pc:picChg chg="mod">
          <ac:chgData name="William Phiri" userId="9064c0c3e507df26" providerId="LiveId" clId="{8D5EA1AD-2076-4D42-B312-877170AB76EC}" dt="2025-10-27T13:24:26.020" v="1358" actId="14100"/>
          <ac:picMkLst>
            <pc:docMk/>
            <pc:sldMk cId="0" sldId="263"/>
            <ac:picMk id="12" creationId="{00000000-0000-0000-0000-000000000000}"/>
          </ac:picMkLst>
        </pc:picChg>
        <pc:picChg chg="mod">
          <ac:chgData name="William Phiri" userId="9064c0c3e507df26" providerId="LiveId" clId="{8D5EA1AD-2076-4D42-B312-877170AB76EC}" dt="2025-10-27T13:25:18.321" v="1455" actId="1036"/>
          <ac:picMkLst>
            <pc:docMk/>
            <pc:sldMk cId="0" sldId="263"/>
            <ac:picMk id="13" creationId="{00000000-0000-0000-0000-000000000000}"/>
          </ac:picMkLst>
        </pc:picChg>
        <pc:picChg chg="add mod">
          <ac:chgData name="William Phiri" userId="9064c0c3e507df26" providerId="LiveId" clId="{8D5EA1AD-2076-4D42-B312-877170AB76EC}" dt="2025-10-27T13:24:01.814" v="1355" actId="1076"/>
          <ac:picMkLst>
            <pc:docMk/>
            <pc:sldMk cId="0" sldId="263"/>
            <ac:picMk id="37" creationId="{0235DA56-589D-F69B-269A-CB0C95C2104D}"/>
          </ac:picMkLst>
        </pc:picChg>
        <pc:picChg chg="add mod ord">
          <ac:chgData name="William Phiri" userId="9064c0c3e507df26" providerId="LiveId" clId="{8D5EA1AD-2076-4D42-B312-877170AB76EC}" dt="2025-10-27T13:26:17.235" v="1579" actId="171"/>
          <ac:picMkLst>
            <pc:docMk/>
            <pc:sldMk cId="0" sldId="263"/>
            <ac:picMk id="41" creationId="{ACC47D07-A683-82EB-C5DA-46587BF6A6B8}"/>
          </ac:picMkLst>
        </pc:picChg>
        <pc:picChg chg="add mod ord">
          <ac:chgData name="William Phiri" userId="9064c0c3e507df26" providerId="LiveId" clId="{8D5EA1AD-2076-4D42-B312-877170AB76EC}" dt="2025-10-27T13:27:56.089" v="1623" actId="1076"/>
          <ac:picMkLst>
            <pc:docMk/>
            <pc:sldMk cId="0" sldId="263"/>
            <ac:picMk id="42" creationId="{71E801CF-E18B-7BAF-BB92-9E7661ED7E26}"/>
          </ac:picMkLst>
        </pc:picChg>
        <pc:picChg chg="add mod">
          <ac:chgData name="William Phiri" userId="9064c0c3e507df26" providerId="LiveId" clId="{8D5EA1AD-2076-4D42-B312-877170AB76EC}" dt="2025-10-27T13:40:36.667" v="1917" actId="1036"/>
          <ac:picMkLst>
            <pc:docMk/>
            <pc:sldMk cId="0" sldId="263"/>
            <ac:picMk id="43" creationId="{7D8080A5-5621-6E89-E01F-0B8000B11907}"/>
          </ac:picMkLst>
        </pc:picChg>
      </pc:sldChg>
      <pc:sldChg chg="modSp mod">
        <pc:chgData name="William Phiri" userId="9064c0c3e507df26" providerId="LiveId" clId="{8D5EA1AD-2076-4D42-B312-877170AB76EC}" dt="2025-11-09T20:43:56.984" v="2897" actId="20577"/>
        <pc:sldMkLst>
          <pc:docMk/>
          <pc:sldMk cId="0" sldId="264"/>
        </pc:sldMkLst>
        <pc:spChg chg="mod">
          <ac:chgData name="William Phiri" userId="9064c0c3e507df26" providerId="LiveId" clId="{8D5EA1AD-2076-4D42-B312-877170AB76EC}" dt="2025-10-29T22:15:16.186" v="2850" actId="2711"/>
          <ac:spMkLst>
            <pc:docMk/>
            <pc:sldMk cId="0" sldId="264"/>
            <ac:spMk id="33" creationId="{00000000-0000-0000-0000-000000000000}"/>
          </ac:spMkLst>
        </pc:spChg>
        <pc:spChg chg="mod">
          <ac:chgData name="William Phiri" userId="9064c0c3e507df26" providerId="LiveId" clId="{8D5EA1AD-2076-4D42-B312-877170AB76EC}" dt="2025-10-28T21:59:46.155" v="2348" actId="20577"/>
          <ac:spMkLst>
            <pc:docMk/>
            <pc:sldMk cId="0" sldId="264"/>
            <ac:spMk id="34" creationId="{00000000-0000-0000-0000-000000000000}"/>
          </ac:spMkLst>
        </pc:spChg>
        <pc:spChg chg="mod">
          <ac:chgData name="William Phiri" userId="9064c0c3e507df26" providerId="LiveId" clId="{8D5EA1AD-2076-4D42-B312-877170AB76EC}" dt="2025-11-09T20:43:56.984" v="2897" actId="20577"/>
          <ac:spMkLst>
            <pc:docMk/>
            <pc:sldMk cId="0" sldId="264"/>
            <ac:spMk id="40" creationId="{00000000-0000-0000-0000-000000000000}"/>
          </ac:spMkLst>
        </pc:spChg>
        <pc:spChg chg="mod">
          <ac:chgData name="William Phiri" userId="9064c0c3e507df26" providerId="LiveId" clId="{8D5EA1AD-2076-4D42-B312-877170AB76EC}" dt="2025-10-29T22:22:08.277" v="2881" actId="20577"/>
          <ac:spMkLst>
            <pc:docMk/>
            <pc:sldMk cId="0" sldId="264"/>
            <ac:spMk id="50" creationId="{00000000-0000-0000-0000-000000000000}"/>
          </ac:spMkLst>
        </pc:spChg>
        <pc:picChg chg="mod">
          <ac:chgData name="William Phiri" userId="9064c0c3e507df26" providerId="LiveId" clId="{8D5EA1AD-2076-4D42-B312-877170AB76EC}" dt="2025-10-29T22:21:46.455" v="2869" actId="1036"/>
          <ac:picMkLst>
            <pc:docMk/>
            <pc:sldMk cId="0" sldId="264"/>
            <ac:picMk id="21" creationId="{00000000-0000-0000-0000-000000000000}"/>
          </ac:picMkLst>
        </pc:picChg>
      </pc:sldChg>
      <pc:sldChg chg="addSp modSp add mod">
        <pc:chgData name="William Phiri" userId="9064c0c3e507df26" providerId="LiveId" clId="{8D5EA1AD-2076-4D42-B312-877170AB76EC}" dt="2025-11-15T18:12:53.558" v="4222" actId="20577"/>
        <pc:sldMkLst>
          <pc:docMk/>
          <pc:sldMk cId="598193976" sldId="265"/>
        </pc:sldMkLst>
        <pc:spChg chg="mod">
          <ac:chgData name="William Phiri" userId="9064c0c3e507df26" providerId="LiveId" clId="{8D5EA1AD-2076-4D42-B312-877170AB76EC}" dt="2025-10-29T22:08:27.337" v="2826" actId="2711"/>
          <ac:spMkLst>
            <pc:docMk/>
            <pc:sldMk cId="598193976" sldId="265"/>
            <ac:spMk id="18" creationId="{6EFD7BD9-F832-E394-B1B9-F4A7BDC18B9A}"/>
          </ac:spMkLst>
        </pc:spChg>
        <pc:spChg chg="mod">
          <ac:chgData name="William Phiri" userId="9064c0c3e507df26" providerId="LiveId" clId="{8D5EA1AD-2076-4D42-B312-877170AB76EC}" dt="2025-10-28T21:58:11.726" v="2313" actId="20577"/>
          <ac:spMkLst>
            <pc:docMk/>
            <pc:sldMk cId="598193976" sldId="265"/>
            <ac:spMk id="19" creationId="{72E632D8-7D1A-AF05-A96F-1F16B8203A2D}"/>
          </ac:spMkLst>
        </pc:spChg>
        <pc:spChg chg="mod">
          <ac:chgData name="William Phiri" userId="9064c0c3e507df26" providerId="LiveId" clId="{8D5EA1AD-2076-4D42-B312-877170AB76EC}" dt="2025-11-15T18:10:53.135" v="4155" actId="1036"/>
          <ac:spMkLst>
            <pc:docMk/>
            <pc:sldMk cId="598193976" sldId="265"/>
            <ac:spMk id="33" creationId="{1E118897-72A3-3120-5A70-13526333DD5B}"/>
          </ac:spMkLst>
        </pc:spChg>
        <pc:spChg chg="mod">
          <ac:chgData name="William Phiri" userId="9064c0c3e507df26" providerId="LiveId" clId="{8D5EA1AD-2076-4D42-B312-877170AB76EC}" dt="2025-11-15T18:10:53.135" v="4155" actId="1036"/>
          <ac:spMkLst>
            <pc:docMk/>
            <pc:sldMk cId="598193976" sldId="265"/>
            <ac:spMk id="35" creationId="{DA250422-0FC4-18AD-4570-F10193E24397}"/>
          </ac:spMkLst>
        </pc:spChg>
        <pc:spChg chg="mod">
          <ac:chgData name="William Phiri" userId="9064c0c3e507df26" providerId="LiveId" clId="{8D5EA1AD-2076-4D42-B312-877170AB76EC}" dt="2025-11-15T18:10:53.135" v="4155" actId="1036"/>
          <ac:spMkLst>
            <pc:docMk/>
            <pc:sldMk cId="598193976" sldId="265"/>
            <ac:spMk id="36" creationId="{AEE47792-D182-C762-97D2-A1E8B5DA660B}"/>
          </ac:spMkLst>
        </pc:spChg>
        <pc:spChg chg="mod">
          <ac:chgData name="William Phiri" userId="9064c0c3e507df26" providerId="LiveId" clId="{8D5EA1AD-2076-4D42-B312-877170AB76EC}" dt="2025-11-15T18:10:53.135" v="4155" actId="1036"/>
          <ac:spMkLst>
            <pc:docMk/>
            <pc:sldMk cId="598193976" sldId="265"/>
            <ac:spMk id="38" creationId="{4E6D121C-30D5-70C3-2D14-9E8D98A9D7F5}"/>
          </ac:spMkLst>
        </pc:spChg>
        <pc:spChg chg="mod">
          <ac:chgData name="William Phiri" userId="9064c0c3e507df26" providerId="LiveId" clId="{8D5EA1AD-2076-4D42-B312-877170AB76EC}" dt="2025-11-15T18:10:53.135" v="4155" actId="1036"/>
          <ac:spMkLst>
            <pc:docMk/>
            <pc:sldMk cId="598193976" sldId="265"/>
            <ac:spMk id="40" creationId="{EB8A5197-8043-B2A3-EB70-A06BA8DA253F}"/>
          </ac:spMkLst>
        </pc:spChg>
        <pc:spChg chg="mod">
          <ac:chgData name="William Phiri" userId="9064c0c3e507df26" providerId="LiveId" clId="{8D5EA1AD-2076-4D42-B312-877170AB76EC}" dt="2025-11-15T18:12:53.558" v="4222" actId="20577"/>
          <ac:spMkLst>
            <pc:docMk/>
            <pc:sldMk cId="598193976" sldId="265"/>
            <ac:spMk id="41" creationId="{A2EC19DB-06B2-918D-6566-9686C229B9AC}"/>
          </ac:spMkLst>
        </pc:spChg>
        <pc:spChg chg="mod">
          <ac:chgData name="William Phiri" userId="9064c0c3e507df26" providerId="LiveId" clId="{8D5EA1AD-2076-4D42-B312-877170AB76EC}" dt="2025-11-15T18:10:53.135" v="4155" actId="1036"/>
          <ac:spMkLst>
            <pc:docMk/>
            <pc:sldMk cId="598193976" sldId="265"/>
            <ac:spMk id="42" creationId="{6555A79B-BFB6-946F-E5AC-C935240C5AE8}"/>
          </ac:spMkLst>
        </pc:spChg>
        <pc:spChg chg="mod">
          <ac:chgData name="William Phiri" userId="9064c0c3e507df26" providerId="LiveId" clId="{8D5EA1AD-2076-4D42-B312-877170AB76EC}" dt="2025-11-15T18:10:53.135" v="4155" actId="1036"/>
          <ac:spMkLst>
            <pc:docMk/>
            <pc:sldMk cId="598193976" sldId="265"/>
            <ac:spMk id="43" creationId="{E80A8598-CC2B-639C-C4E4-50CF6ED8309C}"/>
          </ac:spMkLst>
        </pc:spChg>
        <pc:spChg chg="mod">
          <ac:chgData name="William Phiri" userId="9064c0c3e507df26" providerId="LiveId" clId="{8D5EA1AD-2076-4D42-B312-877170AB76EC}" dt="2025-11-15T18:10:53.135" v="4155" actId="1036"/>
          <ac:spMkLst>
            <pc:docMk/>
            <pc:sldMk cId="598193976" sldId="265"/>
            <ac:spMk id="45" creationId="{9BE57DA9-EFB5-EC7B-3113-89BE09628515}"/>
          </ac:spMkLst>
        </pc:spChg>
        <pc:spChg chg="mod">
          <ac:chgData name="William Phiri" userId="9064c0c3e507df26" providerId="LiveId" clId="{8D5EA1AD-2076-4D42-B312-877170AB76EC}" dt="2025-11-15T18:10:53.135" v="4155" actId="1036"/>
          <ac:spMkLst>
            <pc:docMk/>
            <pc:sldMk cId="598193976" sldId="265"/>
            <ac:spMk id="46" creationId="{38F52A42-059E-2EBA-3749-4D3F2EC06E05}"/>
          </ac:spMkLst>
        </pc:spChg>
        <pc:spChg chg="add mod">
          <ac:chgData name="William Phiri" userId="9064c0c3e507df26" providerId="LiveId" clId="{8D5EA1AD-2076-4D42-B312-877170AB76EC}" dt="2025-11-15T18:12:25.094" v="4215" actId="1038"/>
          <ac:spMkLst>
            <pc:docMk/>
            <pc:sldMk cId="598193976" sldId="265"/>
            <ac:spMk id="48" creationId="{1CB050C0-5719-971A-79CF-CD9C50477F9B}"/>
          </ac:spMkLst>
        </pc:spChg>
      </pc:sldChg>
      <pc:sldChg chg="addSp delSp modSp add mod">
        <pc:chgData name="William Phiri" userId="9064c0c3e507df26" providerId="LiveId" clId="{8D5EA1AD-2076-4D42-B312-877170AB76EC}" dt="2025-11-15T14:41:29.500" v="4131" actId="14100"/>
        <pc:sldMkLst>
          <pc:docMk/>
          <pc:sldMk cId="0" sldId="271"/>
        </pc:sldMkLst>
        <pc:spChg chg="mod ord">
          <ac:chgData name="William Phiri" userId="9064c0c3e507df26" providerId="LiveId" clId="{8D5EA1AD-2076-4D42-B312-877170AB76EC}" dt="2025-10-29T22:13:22.280" v="2844" actId="2711"/>
          <ac:spMkLst>
            <pc:docMk/>
            <pc:sldMk cId="0" sldId="271"/>
            <ac:spMk id="33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4:59.728" v="2966" actId="1035"/>
          <ac:spMkLst>
            <pc:docMk/>
            <pc:sldMk cId="0" sldId="271"/>
            <ac:spMk id="35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6:44.275" v="3038" actId="107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6:34.355" v="3036" actId="1076"/>
          <ac:spMkLst>
            <pc:docMk/>
            <pc:sldMk cId="0" sldId="271"/>
            <ac:spMk id="37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6:47.647" v="3039" actId="1076"/>
          <ac:spMkLst>
            <pc:docMk/>
            <pc:sldMk cId="0" sldId="271"/>
            <ac:spMk id="38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4:59.728" v="2966" actId="1035"/>
          <ac:spMkLst>
            <pc:docMk/>
            <pc:sldMk cId="0" sldId="271"/>
            <ac:spMk id="39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4:59.728" v="2966" actId="1035"/>
          <ac:spMkLst>
            <pc:docMk/>
            <pc:sldMk cId="0" sldId="271"/>
            <ac:spMk id="40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4:59.728" v="2966" actId="1035"/>
          <ac:spMkLst>
            <pc:docMk/>
            <pc:sldMk cId="0" sldId="271"/>
            <ac:spMk id="41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4:59.728" v="2966" actId="1035"/>
          <ac:spMkLst>
            <pc:docMk/>
            <pc:sldMk cId="0" sldId="271"/>
            <ac:spMk id="42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5:07.781" v="2975" actId="1035"/>
          <ac:spMkLst>
            <pc:docMk/>
            <pc:sldMk cId="0" sldId="271"/>
            <ac:spMk id="43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5:07.781" v="2975" actId="1035"/>
          <ac:spMkLst>
            <pc:docMk/>
            <pc:sldMk cId="0" sldId="271"/>
            <ac:spMk id="44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5:22.406" v="3004" actId="1036"/>
          <ac:spMkLst>
            <pc:docMk/>
            <pc:sldMk cId="0" sldId="271"/>
            <ac:spMk id="47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5:45.942" v="3015" actId="1035"/>
          <ac:spMkLst>
            <pc:docMk/>
            <pc:sldMk cId="0" sldId="271"/>
            <ac:spMk id="48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5:45.942" v="3015" actId="1035"/>
          <ac:spMkLst>
            <pc:docMk/>
            <pc:sldMk cId="0" sldId="271"/>
            <ac:spMk id="49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5:45.942" v="3015" actId="1035"/>
          <ac:spMkLst>
            <pc:docMk/>
            <pc:sldMk cId="0" sldId="271"/>
            <ac:spMk id="50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5:45.942" v="3015" actId="1035"/>
          <ac:spMkLst>
            <pc:docMk/>
            <pc:sldMk cId="0" sldId="271"/>
            <ac:spMk id="51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5:53.907" v="3032" actId="1036"/>
          <ac:spMkLst>
            <pc:docMk/>
            <pc:sldMk cId="0" sldId="271"/>
            <ac:spMk id="52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15:53.907" v="3032" actId="1036"/>
          <ac:spMkLst>
            <pc:docMk/>
            <pc:sldMk cId="0" sldId="271"/>
            <ac:spMk id="53" creationId="{00000000-0000-0000-0000-000000000000}"/>
          </ac:spMkLst>
        </pc:spChg>
        <pc:spChg chg="add mod">
          <ac:chgData name="William Phiri" userId="9064c0c3e507df26" providerId="LiveId" clId="{8D5EA1AD-2076-4D42-B312-877170AB76EC}" dt="2025-10-28T21:59:11.685" v="2334" actId="20577"/>
          <ac:spMkLst>
            <pc:docMk/>
            <pc:sldMk cId="0" sldId="271"/>
            <ac:spMk id="57" creationId="{89163EE6-BBEE-15B1-70BA-41960C92DE0E}"/>
          </ac:spMkLst>
        </pc:spChg>
        <pc:picChg chg="mod">
          <ac:chgData name="William Phiri" userId="9064c0c3e507df26" providerId="LiveId" clId="{8D5EA1AD-2076-4D42-B312-877170AB76EC}" dt="2025-11-15T14:16:05.240" v="3034" actId="14100"/>
          <ac:picMkLst>
            <pc:docMk/>
            <pc:sldMk cId="0" sldId="271"/>
            <ac:picMk id="2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4:59.728" v="2966" actId="1035"/>
          <ac:picMkLst>
            <pc:docMk/>
            <pc:sldMk cId="0" sldId="271"/>
            <ac:picMk id="6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4:59.728" v="2966" actId="1035"/>
          <ac:picMkLst>
            <pc:docMk/>
            <pc:sldMk cId="0" sldId="271"/>
            <ac:picMk id="7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4:59.728" v="2966" actId="1035"/>
          <ac:picMkLst>
            <pc:docMk/>
            <pc:sldMk cId="0" sldId="271"/>
            <ac:picMk id="9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4:59.728" v="2966" actId="1035"/>
          <ac:picMkLst>
            <pc:docMk/>
            <pc:sldMk cId="0" sldId="271"/>
            <ac:picMk id="14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07.781" v="2975" actId="1035"/>
          <ac:picMkLst>
            <pc:docMk/>
            <pc:sldMk cId="0" sldId="271"/>
            <ac:picMk id="16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07.781" v="2975" actId="1035"/>
          <ac:picMkLst>
            <pc:docMk/>
            <pc:sldMk cId="0" sldId="271"/>
            <ac:picMk id="17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59.549" v="3033" actId="14100"/>
          <ac:picMkLst>
            <pc:docMk/>
            <pc:sldMk cId="0" sldId="271"/>
            <ac:picMk id="20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45.942" v="3015" actId="1035"/>
          <ac:picMkLst>
            <pc:docMk/>
            <pc:sldMk cId="0" sldId="271"/>
            <ac:picMk id="21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45.942" v="3015" actId="1035"/>
          <ac:picMkLst>
            <pc:docMk/>
            <pc:sldMk cId="0" sldId="271"/>
            <ac:picMk id="22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45.942" v="3015" actId="1035"/>
          <ac:picMkLst>
            <pc:docMk/>
            <pc:sldMk cId="0" sldId="271"/>
            <ac:picMk id="23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45.942" v="3015" actId="1035"/>
          <ac:picMkLst>
            <pc:docMk/>
            <pc:sldMk cId="0" sldId="271"/>
            <ac:picMk id="24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45.942" v="3015" actId="1035"/>
          <ac:picMkLst>
            <pc:docMk/>
            <pc:sldMk cId="0" sldId="271"/>
            <ac:picMk id="26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45.942" v="3015" actId="1035"/>
          <ac:picMkLst>
            <pc:docMk/>
            <pc:sldMk cId="0" sldId="271"/>
            <ac:picMk id="28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53.907" v="3032" actId="1036"/>
          <ac:picMkLst>
            <pc:docMk/>
            <pc:sldMk cId="0" sldId="271"/>
            <ac:picMk id="29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53.907" v="3032" actId="1036"/>
          <ac:picMkLst>
            <pc:docMk/>
            <pc:sldMk cId="0" sldId="271"/>
            <ac:picMk id="30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15:53.907" v="3032" actId="1036"/>
          <ac:picMkLst>
            <pc:docMk/>
            <pc:sldMk cId="0" sldId="271"/>
            <ac:picMk id="31" creationId="{00000000-0000-0000-0000-000000000000}"/>
          </ac:picMkLst>
        </pc:picChg>
        <pc:picChg chg="add mod ord">
          <ac:chgData name="William Phiri" userId="9064c0c3e507df26" providerId="LiveId" clId="{8D5EA1AD-2076-4D42-B312-877170AB76EC}" dt="2025-11-15T14:41:29.500" v="4131" actId="14100"/>
          <ac:picMkLst>
            <pc:docMk/>
            <pc:sldMk cId="0" sldId="271"/>
            <ac:picMk id="56" creationId="{B30AB32D-45CC-38E6-D275-FC2EC088D67F}"/>
          </ac:picMkLst>
        </pc:picChg>
      </pc:sldChg>
      <pc:sldChg chg="addSp delSp modSp add mod">
        <pc:chgData name="William Phiri" userId="9064c0c3e507df26" providerId="LiveId" clId="{8D5EA1AD-2076-4D42-B312-877170AB76EC}" dt="2025-11-15T14:39:10.493" v="4128" actId="14100"/>
        <pc:sldMkLst>
          <pc:docMk/>
          <pc:sldMk cId="0" sldId="276"/>
        </pc:sldMkLst>
        <pc:spChg chg="mod ord">
          <ac:chgData name="William Phiri" userId="9064c0c3e507df26" providerId="LiveId" clId="{8D5EA1AD-2076-4D42-B312-877170AB76EC}" dt="2025-10-29T22:14:32.973" v="2846" actId="2711"/>
          <ac:spMkLst>
            <pc:docMk/>
            <pc:sldMk cId="0" sldId="276"/>
            <ac:spMk id="24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8:46.667" v="4099" actId="1035"/>
          <ac:spMkLst>
            <pc:docMk/>
            <pc:sldMk cId="0" sldId="276"/>
            <ac:spMk id="25" creationId="{00000000-0000-0000-0000-000000000000}"/>
          </ac:spMkLst>
        </pc:spChg>
        <pc:spChg chg="mod">
          <ac:chgData name="William Phiri" userId="9064c0c3e507df26" providerId="LiveId" clId="{8D5EA1AD-2076-4D42-B312-877170AB76EC}" dt="2025-11-15T14:38:58.615" v="4126" actId="1035"/>
          <ac:spMkLst>
            <pc:docMk/>
            <pc:sldMk cId="0" sldId="276"/>
            <ac:spMk id="26" creationId="{00000000-0000-0000-0000-000000000000}"/>
          </ac:spMkLst>
        </pc:spChg>
        <pc:spChg chg="add mod">
          <ac:chgData name="William Phiri" userId="9064c0c3e507df26" providerId="LiveId" clId="{8D5EA1AD-2076-4D42-B312-877170AB76EC}" dt="2025-10-28T21:59:23.927" v="2338" actId="20577"/>
          <ac:spMkLst>
            <pc:docMk/>
            <pc:sldMk cId="0" sldId="276"/>
            <ac:spMk id="46" creationId="{C15C22D0-DA41-4638-397E-077633DFD8CB}"/>
          </ac:spMkLst>
        </pc:spChg>
        <pc:picChg chg="mod">
          <ac:chgData name="William Phiri" userId="9064c0c3e507df26" providerId="LiveId" clId="{8D5EA1AD-2076-4D42-B312-877170AB76EC}" dt="2025-11-15T14:39:10.493" v="4128" actId="14100"/>
          <ac:picMkLst>
            <pc:docMk/>
            <pc:sldMk cId="0" sldId="276"/>
            <ac:picMk id="2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9:05.524" v="4127" actId="14100"/>
          <ac:picMkLst>
            <pc:docMk/>
            <pc:sldMk cId="0" sldId="276"/>
            <ac:picMk id="5" creationId="{00000000-0000-0000-0000-000000000000}"/>
          </ac:picMkLst>
        </pc:picChg>
        <pc:picChg chg="mod">
          <ac:chgData name="William Phiri" userId="9064c0c3e507df26" providerId="LiveId" clId="{8D5EA1AD-2076-4D42-B312-877170AB76EC}" dt="2025-11-15T14:38:46.667" v="4099" actId="1035"/>
          <ac:picMkLst>
            <pc:docMk/>
            <pc:sldMk cId="0" sldId="276"/>
            <ac:picMk id="6" creationId="{00000000-0000-0000-0000-000000000000}"/>
          </ac:picMkLst>
        </pc:picChg>
        <pc:picChg chg="add mod">
          <ac:chgData name="William Phiri" userId="9064c0c3e507df26" providerId="LiveId" clId="{8D5EA1AD-2076-4D42-B312-877170AB76EC}" dt="2025-10-27T12:58:57.024" v="1037" actId="14100"/>
          <ac:picMkLst>
            <pc:docMk/>
            <pc:sldMk cId="0" sldId="276"/>
            <ac:picMk id="43" creationId="{8F6DB31D-2766-F931-F0CC-AB980B01707F}"/>
          </ac:picMkLst>
        </pc:picChg>
        <pc:picChg chg="add mod ord">
          <ac:chgData name="William Phiri" userId="9064c0c3e507df26" providerId="LiveId" clId="{8D5EA1AD-2076-4D42-B312-877170AB76EC}" dt="2025-10-27T12:58:48.800" v="1036" actId="14100"/>
          <ac:picMkLst>
            <pc:docMk/>
            <pc:sldMk cId="0" sldId="276"/>
            <ac:picMk id="44" creationId="{D6B5295A-A520-14F1-1116-8D4DC698FC7E}"/>
          </ac:picMkLst>
        </pc:picChg>
        <pc:picChg chg="add mod ord">
          <ac:chgData name="William Phiri" userId="9064c0c3e507df26" providerId="LiveId" clId="{8D5EA1AD-2076-4D42-B312-877170AB76EC}" dt="2025-10-27T13:00:21.179" v="1043" actId="171"/>
          <ac:picMkLst>
            <pc:docMk/>
            <pc:sldMk cId="0" sldId="276"/>
            <ac:picMk id="45" creationId="{27B99579-EED7-824F-A133-8E44EEB26064}"/>
          </ac:picMkLst>
        </pc:picChg>
      </pc:sldChg>
      <pc:sldChg chg="addSp delSp modSp add mod ord">
        <pc:chgData name="William Phiri" userId="9064c0c3e507df26" providerId="LiveId" clId="{8D5EA1AD-2076-4D42-B312-877170AB76EC}" dt="2025-10-29T22:15:01.814" v="2848" actId="2711"/>
        <pc:sldMkLst>
          <pc:docMk/>
          <pc:sldMk cId="1249986303" sldId="277"/>
        </pc:sldMkLst>
        <pc:spChg chg="mod">
          <ac:chgData name="William Phiri" userId="9064c0c3e507df26" providerId="LiveId" clId="{8D5EA1AD-2076-4D42-B312-877170AB76EC}" dt="2025-10-29T22:15:01.814" v="2848" actId="2711"/>
          <ac:spMkLst>
            <pc:docMk/>
            <pc:sldMk cId="1249986303" sldId="277"/>
            <ac:spMk id="18" creationId="{70E0F009-23CF-016C-EF57-B5D1B789B184}"/>
          </ac:spMkLst>
        </pc:spChg>
        <pc:spChg chg="mod">
          <ac:chgData name="William Phiri" userId="9064c0c3e507df26" providerId="LiveId" clId="{8D5EA1AD-2076-4D42-B312-877170AB76EC}" dt="2025-10-28T21:59:35.983" v="2342" actId="20577"/>
          <ac:spMkLst>
            <pc:docMk/>
            <pc:sldMk cId="1249986303" sldId="277"/>
            <ac:spMk id="19" creationId="{FC7D5E1B-DE07-2C00-BEB5-CC42BF5520A6}"/>
          </ac:spMkLst>
        </pc:spChg>
        <pc:spChg chg="mod">
          <ac:chgData name="William Phiri" userId="9064c0c3e507df26" providerId="LiveId" clId="{8D5EA1AD-2076-4D42-B312-877170AB76EC}" dt="2025-10-27T21:20:25.190" v="2067" actId="1036"/>
          <ac:spMkLst>
            <pc:docMk/>
            <pc:sldMk cId="1249986303" sldId="277"/>
            <ac:spMk id="20" creationId="{F377B50B-FC6C-D687-95EB-51E1D1BCCE79}"/>
          </ac:spMkLst>
        </pc:spChg>
        <pc:spChg chg="mod">
          <ac:chgData name="William Phiri" userId="9064c0c3e507df26" providerId="LiveId" clId="{8D5EA1AD-2076-4D42-B312-877170AB76EC}" dt="2025-10-27T21:20:52.579" v="2094" actId="1035"/>
          <ac:spMkLst>
            <pc:docMk/>
            <pc:sldMk cId="1249986303" sldId="277"/>
            <ac:spMk id="21" creationId="{C5C830FC-F17E-FB73-9AB9-12D29C99DAD3}"/>
          </ac:spMkLst>
        </pc:spChg>
        <pc:picChg chg="mod">
          <ac:chgData name="William Phiri" userId="9064c0c3e507df26" providerId="LiveId" clId="{8D5EA1AD-2076-4D42-B312-877170AB76EC}" dt="2025-10-27T21:20:25.190" v="2067" actId="1036"/>
          <ac:picMkLst>
            <pc:docMk/>
            <pc:sldMk cId="1249986303" sldId="277"/>
            <ac:picMk id="4" creationId="{58E98C8D-058B-B40D-4ED4-BECAEC2CFFAB}"/>
          </ac:picMkLst>
        </pc:picChg>
        <pc:picChg chg="mod">
          <ac:chgData name="William Phiri" userId="9064c0c3e507df26" providerId="LiveId" clId="{8D5EA1AD-2076-4D42-B312-877170AB76EC}" dt="2025-10-27T21:21:16.498" v="2097" actId="14100"/>
          <ac:picMkLst>
            <pc:docMk/>
            <pc:sldMk cId="1249986303" sldId="277"/>
            <ac:picMk id="5" creationId="{63C8A7F7-9240-3AFD-75A3-091E3D0A64B3}"/>
          </ac:picMkLst>
        </pc:picChg>
        <pc:picChg chg="add mod modCrop">
          <ac:chgData name="William Phiri" userId="9064c0c3e507df26" providerId="LiveId" clId="{8D5EA1AD-2076-4D42-B312-877170AB76EC}" dt="2025-10-27T21:23:39.899" v="2165" actId="1038"/>
          <ac:picMkLst>
            <pc:docMk/>
            <pc:sldMk cId="1249986303" sldId="277"/>
            <ac:picMk id="12" creationId="{F9A18CB7-2801-01DF-2C5D-3FE592ECC5F3}"/>
          </ac:picMkLst>
        </pc:picChg>
        <pc:picChg chg="mod">
          <ac:chgData name="William Phiri" userId="9064c0c3e507df26" providerId="LiveId" clId="{8D5EA1AD-2076-4D42-B312-877170AB76EC}" dt="2025-10-27T21:20:52.579" v="2094" actId="1035"/>
          <ac:picMkLst>
            <pc:docMk/>
            <pc:sldMk cId="1249986303" sldId="277"/>
            <ac:picMk id="47" creationId="{51B6E42F-575C-E16C-CB9A-359EBE64C02D}"/>
          </ac:picMkLst>
        </pc:picChg>
      </pc:sldChg>
      <pc:sldChg chg="addSp delSp modSp add mod ord">
        <pc:chgData name="William Phiri" userId="9064c0c3e507df26" providerId="LiveId" clId="{8D5EA1AD-2076-4D42-B312-877170AB76EC}" dt="2025-11-12T22:25:51.181" v="2918"/>
        <pc:sldMkLst>
          <pc:docMk/>
          <pc:sldMk cId="336555750" sldId="279"/>
        </pc:sldMkLst>
        <pc:spChg chg="add mod">
          <ac:chgData name="William Phiri" userId="9064c0c3e507df26" providerId="LiveId" clId="{8D5EA1AD-2076-4D42-B312-877170AB76EC}" dt="2025-11-09T20:45:31.207" v="2914" actId="113"/>
          <ac:spMkLst>
            <pc:docMk/>
            <pc:sldMk cId="336555750" sldId="279"/>
            <ac:spMk id="8" creationId="{E743409E-DAC1-70BD-C176-593FE0E56A17}"/>
          </ac:spMkLst>
        </pc:spChg>
        <pc:spChg chg="mod">
          <ac:chgData name="William Phiri" userId="9064c0c3e507df26" providerId="LiveId" clId="{8D5EA1AD-2076-4D42-B312-877170AB76EC}" dt="2025-10-29T22:15:27.045" v="2851" actId="2711"/>
          <ac:spMkLst>
            <pc:docMk/>
            <pc:sldMk cId="336555750" sldId="279"/>
            <ac:spMk id="18" creationId="{E98E1561-0A89-4943-55D1-C6CB208DACD0}"/>
          </ac:spMkLst>
        </pc:spChg>
        <pc:spChg chg="mod">
          <ac:chgData name="William Phiri" userId="9064c0c3e507df26" providerId="LiveId" clId="{8D5EA1AD-2076-4D42-B312-877170AB76EC}" dt="2025-10-28T22:00:00.869" v="2360" actId="20577"/>
          <ac:spMkLst>
            <pc:docMk/>
            <pc:sldMk cId="336555750" sldId="279"/>
            <ac:spMk id="19" creationId="{C2C7987D-144B-47F3-C3E3-CB7BDA5C59B9}"/>
          </ac:spMkLst>
        </pc:spChg>
        <pc:spChg chg="mod">
          <ac:chgData name="William Phiri" userId="9064c0c3e507df26" providerId="LiveId" clId="{8D5EA1AD-2076-4D42-B312-877170AB76EC}" dt="2025-10-28T21:45:03.223" v="2279" actId="20577"/>
          <ac:spMkLst>
            <pc:docMk/>
            <pc:sldMk cId="336555750" sldId="279"/>
            <ac:spMk id="20" creationId="{AB9C7E75-129D-D2E7-E687-24EE19D6CF1A}"/>
          </ac:spMkLst>
        </pc:spChg>
        <pc:spChg chg="mod">
          <ac:chgData name="William Phiri" userId="9064c0c3e507df26" providerId="LiveId" clId="{8D5EA1AD-2076-4D42-B312-877170AB76EC}" dt="2025-10-28T21:42:54.398" v="2222" actId="6549"/>
          <ac:spMkLst>
            <pc:docMk/>
            <pc:sldMk cId="336555750" sldId="279"/>
            <ac:spMk id="21" creationId="{B43A75F9-4BB1-1F71-D07C-A1F4E7511F25}"/>
          </ac:spMkLst>
        </pc:spChg>
        <pc:picChg chg="mod">
          <ac:chgData name="William Phiri" userId="9064c0c3e507df26" providerId="LiveId" clId="{8D5EA1AD-2076-4D42-B312-877170AB76EC}" dt="2025-10-28T21:52:03.563" v="2281" actId="1076"/>
          <ac:picMkLst>
            <pc:docMk/>
            <pc:sldMk cId="336555750" sldId="279"/>
            <ac:picMk id="5" creationId="{225FA85E-5095-22FE-306F-A5A809D575AE}"/>
          </ac:picMkLst>
        </pc:picChg>
        <pc:picChg chg="add mod">
          <ac:chgData name="William Phiri" userId="9064c0c3e507df26" providerId="LiveId" clId="{8D5EA1AD-2076-4D42-B312-877170AB76EC}" dt="2025-11-12T22:25:51.181" v="2918"/>
          <ac:picMkLst>
            <pc:docMk/>
            <pc:sldMk cId="336555750" sldId="279"/>
            <ac:picMk id="14" creationId="{B60D7BCD-6DB6-378A-FBA0-248276476D9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49C9D8-8AF2-F8ED-3DD8-B7015B6517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A7ACB3-0572-C479-3A15-39DC2A2F31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48144-5494-4DFA-A654-99F1DB982F22}" type="datetimeFigureOut">
              <a:rPr lang="en-IE" smtClean="0"/>
              <a:t>15/11/2025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A9E29-DB6E-7A9C-3AE5-315C685E70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F1989-9C47-76F8-53EC-9505F01F21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34E08-99E4-4FF9-AA29-950039639D6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52296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8296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004DE-1780-3980-7663-5FD05AD4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C2F91-1399-3AC1-08C2-D605F2CF7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54D60-C0A5-D17D-5B9F-91A091B3F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69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81DA5-8A4B-3FBE-99CA-BD5906DA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E5648-E5A5-92EC-8C87-FC805E42C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2FE17-93E6-49F2-E02C-3C32E8D58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0033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CE83-1529-4371-FDEC-8E04FCC6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E1329-3D96-504E-408C-ACBF17EE8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FF278-D1F3-8FCA-FD45-C930FB0D5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03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hyperlink" Target="https://heathcare-analytics-heart-prediction.streamlit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hyperlink" Target="https://github.com/kochezz/heart-disease-prediction-BLR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9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10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9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10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10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6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28.png"/><Relationship Id="rId18" Type="http://schemas.openxmlformats.org/officeDocument/2006/relationships/image" Target="../media/image109.png"/><Relationship Id="rId3" Type="http://schemas.openxmlformats.org/officeDocument/2006/relationships/image" Target="../media/image97.png"/><Relationship Id="rId21" Type="http://schemas.openxmlformats.org/officeDocument/2006/relationships/image" Target="../media/image112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18.png"/><Relationship Id="rId15" Type="http://schemas.openxmlformats.org/officeDocument/2006/relationships/image" Target="../media/image106.png"/><Relationship Id="rId10" Type="http://schemas.openxmlformats.org/officeDocument/2006/relationships/image" Target="../media/image102.png"/><Relationship Id="rId19" Type="http://schemas.openxmlformats.org/officeDocument/2006/relationships/image" Target="../media/image110.png"/><Relationship Id="rId4" Type="http://schemas.openxmlformats.org/officeDocument/2006/relationships/image" Target="../media/image10.png"/><Relationship Id="rId9" Type="http://schemas.openxmlformats.org/officeDocument/2006/relationships/image" Target="../media/image101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8.png"/><Relationship Id="rId3" Type="http://schemas.openxmlformats.org/officeDocument/2006/relationships/image" Target="../media/image114.png"/><Relationship Id="rId21" Type="http://schemas.openxmlformats.org/officeDocument/2006/relationships/image" Target="../media/image10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77.png"/><Relationship Id="rId10" Type="http://schemas.openxmlformats.org/officeDocument/2006/relationships/image" Target="../media/image121.png"/><Relationship Id="rId19" Type="http://schemas.openxmlformats.org/officeDocument/2006/relationships/image" Target="../media/image129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9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03.png"/><Relationship Id="rId10" Type="http://schemas.openxmlformats.org/officeDocument/2006/relationships/image" Target="../media/image135.png"/><Relationship Id="rId4" Type="http://schemas.openxmlformats.org/officeDocument/2006/relationships/image" Target="../media/image10.png"/><Relationship Id="rId9" Type="http://schemas.openxmlformats.org/officeDocument/2006/relationships/image" Target="../media/image1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18" Type="http://schemas.openxmlformats.org/officeDocument/2006/relationships/image" Target="../media/image151.png"/><Relationship Id="rId26" Type="http://schemas.openxmlformats.org/officeDocument/2006/relationships/image" Target="../media/image159.png"/><Relationship Id="rId3" Type="http://schemas.openxmlformats.org/officeDocument/2006/relationships/image" Target="../media/image9.png"/><Relationship Id="rId21" Type="http://schemas.openxmlformats.org/officeDocument/2006/relationships/image" Target="../media/image154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17" Type="http://schemas.openxmlformats.org/officeDocument/2006/relationships/image" Target="../media/image150.png"/><Relationship Id="rId25" Type="http://schemas.openxmlformats.org/officeDocument/2006/relationships/image" Target="../media/image15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24" Type="http://schemas.openxmlformats.org/officeDocument/2006/relationships/image" Target="../media/image157.png"/><Relationship Id="rId32" Type="http://schemas.openxmlformats.org/officeDocument/2006/relationships/hyperlink" Target="https://heathcare-analytics-heart-prediction.streamlit.app/" TargetMode="External"/><Relationship Id="rId5" Type="http://schemas.openxmlformats.org/officeDocument/2006/relationships/image" Target="../media/image139.png"/><Relationship Id="rId15" Type="http://schemas.openxmlformats.org/officeDocument/2006/relationships/image" Target="../media/image148.png"/><Relationship Id="rId23" Type="http://schemas.openxmlformats.org/officeDocument/2006/relationships/image" Target="../media/image156.png"/><Relationship Id="rId28" Type="http://schemas.openxmlformats.org/officeDocument/2006/relationships/image" Target="../media/image161.png"/><Relationship Id="rId10" Type="http://schemas.openxmlformats.org/officeDocument/2006/relationships/image" Target="../media/image144.png"/><Relationship Id="rId19" Type="http://schemas.openxmlformats.org/officeDocument/2006/relationships/image" Target="../media/image152.png"/><Relationship Id="rId31" Type="http://schemas.openxmlformats.org/officeDocument/2006/relationships/image" Target="../media/image164.png"/><Relationship Id="rId4" Type="http://schemas.openxmlformats.org/officeDocument/2006/relationships/image" Target="../media/image10.png"/><Relationship Id="rId9" Type="http://schemas.openxmlformats.org/officeDocument/2006/relationships/image" Target="../media/image143.png"/><Relationship Id="rId14" Type="http://schemas.openxmlformats.org/officeDocument/2006/relationships/image" Target="../media/image103.png"/><Relationship Id="rId22" Type="http://schemas.openxmlformats.org/officeDocument/2006/relationships/image" Target="../media/image155.png"/><Relationship Id="rId27" Type="http://schemas.openxmlformats.org/officeDocument/2006/relationships/image" Target="../media/image160.png"/><Relationship Id="rId30" Type="http://schemas.openxmlformats.org/officeDocument/2006/relationships/image" Target="../media/image1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heathcare-analytics-heart-prediction.streamlit.app/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6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heart with a pulse line&#10;&#10;AI-generated content may be incorrect.">
            <a:extLst>
              <a:ext uri="{FF2B5EF4-FFF2-40B4-BE49-F238E27FC236}">
                <a16:creationId xmlns:a16="http://schemas.microsoft.com/office/drawing/2014/main" id="{75F43065-FBD9-1304-031E-A3B850F0E3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3" b="2897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6630" y="3058709"/>
            <a:ext cx="15240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5300" y="3058709"/>
            <a:ext cx="19050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3034" y="3058709"/>
            <a:ext cx="171450" cy="171450"/>
          </a:xfrm>
          <a:prstGeom prst="rect">
            <a:avLst/>
          </a:prstGeom>
        </p:spPr>
      </p:pic>
      <p:sp>
        <p:nvSpPr>
          <p:cNvPr id="26" name="Text 1"/>
          <p:cNvSpPr/>
          <p:nvPr/>
        </p:nvSpPr>
        <p:spPr>
          <a:xfrm>
            <a:off x="1285949" y="2419350"/>
            <a:ext cx="9619952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000000">
                    <a:alpha val="0"/>
                  </a:srgbClr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Prediction</a:t>
            </a:r>
            <a:endParaRPr lang="en-US" sz="4500" dirty="0"/>
          </a:p>
        </p:txBody>
      </p:sp>
      <p:sp>
        <p:nvSpPr>
          <p:cNvPr id="27" name="Text 2"/>
          <p:cNvSpPr/>
          <p:nvPr/>
        </p:nvSpPr>
        <p:spPr>
          <a:xfrm>
            <a:off x="1681413" y="1967654"/>
            <a:ext cx="8220576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LEMON MILK Medium" panose="00000600000000000000" pitchFamily="50" charset="0"/>
                <a:ea typeface="ui-sans-serif" pitchFamily="34" charset="-122"/>
                <a:cs typeface="ui-sans-serif" pitchFamily="34" charset="-120"/>
              </a:rPr>
              <a:t>A comprehensive analysis of demographic, behavioral, and medical history factors associated with heart disease risk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LEMON MILK Medium" panose="00000600000000000000" pitchFamily="50" charset="0"/>
            </a:endParaRPr>
          </a:p>
        </p:txBody>
      </p:sp>
      <p:sp>
        <p:nvSpPr>
          <p:cNvPr id="28" name="Text 3"/>
          <p:cNvSpPr/>
          <p:nvPr/>
        </p:nvSpPr>
        <p:spPr>
          <a:xfrm>
            <a:off x="2990703" y="3011084"/>
            <a:ext cx="17343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319,795 Records</a:t>
            </a:r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4"/>
          <p:cNvSpPr/>
          <p:nvPr/>
        </p:nvSpPr>
        <p:spPr>
          <a:xfrm>
            <a:off x="5046377" y="3011084"/>
            <a:ext cx="1267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 Variables</a:t>
            </a:r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 5"/>
          <p:cNvSpPr/>
          <p:nvPr/>
        </p:nvSpPr>
        <p:spPr>
          <a:xfrm>
            <a:off x="6406260" y="3011084"/>
            <a:ext cx="223170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ui-sans-serif" pitchFamily="34" charset="0"/>
                <a:ea typeface="ui-sans-serif" pitchFamily="34" charset="-122"/>
              </a:rPr>
              <a:t>Machine Learning</a:t>
            </a:r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5" name="Picture 34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6A0847D-19A8-20D8-AA9F-DB19437BE4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62292" y="310609"/>
            <a:ext cx="711317" cy="711317"/>
          </a:xfrm>
          <a:prstGeom prst="rect">
            <a:avLst/>
          </a:prstGeom>
        </p:spPr>
      </p:pic>
      <p:sp>
        <p:nvSpPr>
          <p:cNvPr id="36" name="Rectangle 1">
            <a:extLst>
              <a:ext uri="{FF2B5EF4-FFF2-40B4-BE49-F238E27FC236}">
                <a16:creationId xmlns:a16="http://schemas.microsoft.com/office/drawing/2014/main" id="{B2FCE29F-7477-AF93-B19F-8928266C5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109FA-2EB4-B3C2-A8ED-B334E08921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391" y="189990"/>
            <a:ext cx="1734324" cy="10999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F5D3840-C256-4370-C999-F87F7C3B84B1}"/>
              </a:ext>
            </a:extLst>
          </p:cNvPr>
          <p:cNvSpPr/>
          <p:nvPr/>
        </p:nvSpPr>
        <p:spPr>
          <a:xfrm>
            <a:off x="3059030" y="1205653"/>
            <a:ext cx="563210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ui-sans-serif" pitchFamily="34" charset="-122"/>
                <a:cs typeface="ui-sans-serif" pitchFamily="34" charset="-120"/>
              </a:rPr>
              <a:t>CAPSTONE PROJECT REPORT</a:t>
            </a:r>
            <a:endParaRPr lang="en-US" sz="3200" b="1" u="sng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B0BB6-3659-4533-71E6-684EF6C06FCA}"/>
              </a:ext>
            </a:extLst>
          </p:cNvPr>
          <p:cNvSpPr txBox="1"/>
          <p:nvPr/>
        </p:nvSpPr>
        <p:spPr>
          <a:xfrm>
            <a:off x="24064" y="5568103"/>
            <a:ext cx="27071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u="sng" dirty="0">
                <a:latin typeface="Century Gothic" panose="020B0502020202020204" pitchFamily="34" charset="0"/>
              </a:rPr>
              <a:t>Prepared By</a:t>
            </a:r>
          </a:p>
          <a:p>
            <a:endParaRPr lang="en-GB" sz="1400" dirty="0">
              <a:latin typeface="Century Gothic" panose="020B0502020202020204" pitchFamily="34" charset="0"/>
            </a:endParaRPr>
          </a:p>
          <a:p>
            <a:r>
              <a:rPr lang="en-GB" sz="1400" b="1" dirty="0">
                <a:latin typeface="Century Gothic" panose="020B0502020202020204" pitchFamily="34" charset="0"/>
              </a:rPr>
              <a:t>William C. Phiri</a:t>
            </a:r>
          </a:p>
          <a:p>
            <a:r>
              <a:rPr lang="en-GB" sz="1400" dirty="0">
                <a:latin typeface="Century Gothic" panose="020B0502020202020204" pitchFamily="34" charset="0"/>
              </a:rPr>
              <a:t>PG Dip in  Data Science</a:t>
            </a:r>
          </a:p>
          <a:p>
            <a:r>
              <a:rPr lang="en-GB" sz="1400" dirty="0">
                <a:latin typeface="Century Gothic" panose="020B0502020202020204" pitchFamily="34" charset="0"/>
              </a:rPr>
              <a:t>Student No. </a:t>
            </a:r>
            <a:r>
              <a:rPr lang="en-GB" sz="1400" b="1" dirty="0">
                <a:latin typeface="Century Gothic" panose="020B0502020202020204" pitchFamily="34" charset="0"/>
              </a:rPr>
              <a:t>4295158639</a:t>
            </a:r>
            <a:endParaRPr lang="en-IE" sz="14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09650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3980" y="3848100"/>
            <a:ext cx="1762720" cy="7620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161925"/>
            <a:ext cx="71598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</a:rPr>
              <a:t>1.0 </a:t>
            </a:r>
            <a:r>
              <a:rPr lang="en-IE" sz="2400" b="1" dirty="0">
                <a:solidFill>
                  <a:srgbClr val="F9FAFB"/>
                </a:solidFill>
                <a:effectLst/>
                <a:latin typeface="Avenir Next LT Pro Demi" panose="020B0704020202020204" pitchFamily="34" charset="0"/>
              </a:rPr>
              <a:t>Executive Summary</a:t>
            </a:r>
          </a:p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</a:rPr>
              <a:t>  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19" name="Text 1"/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2 of 14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647700" y="9715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Preamble</a:t>
            </a:r>
            <a:endParaRPr lang="en-US" sz="1800" dirty="0"/>
          </a:p>
        </p:txBody>
      </p:sp>
      <p:pic>
        <p:nvPicPr>
          <p:cNvPr id="47" name="Image 13" descr="preencoded.png">
            <a:extLst>
              <a:ext uri="{FF2B5EF4-FFF2-40B4-BE49-F238E27FC236}">
                <a16:creationId xmlns:a16="http://schemas.microsoft.com/office/drawing/2014/main" id="{EEE4FADB-6F13-94A3-7104-08E1D86DD2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17" y="1379120"/>
            <a:ext cx="6926566" cy="5316955"/>
          </a:xfrm>
          <a:prstGeom prst="rect">
            <a:avLst/>
          </a:prstGeom>
        </p:spPr>
      </p:pic>
      <p:sp>
        <p:nvSpPr>
          <p:cNvPr id="21" name="Text 3"/>
          <p:cNvSpPr/>
          <p:nvPr/>
        </p:nvSpPr>
        <p:spPr>
          <a:xfrm>
            <a:off x="304800" y="1390649"/>
            <a:ext cx="6553200" cy="48657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 b="0" i="0" dirty="0">
                <a:effectLst/>
                <a:latin typeface="quote-cjk-patch"/>
              </a:rPr>
              <a:t>This project undertook a comprehensive analysis of factors associated with heart disease, leveraging a substantial dataset of 319,795 individuals from the CDC's Behavioural Risk Factor Surveillance System (BRFSS). The analysis progressed through four distinct phases: </a:t>
            </a:r>
            <a:r>
              <a:rPr lang="en-GB" sz="1400" b="1" i="0" dirty="0">
                <a:effectLst/>
                <a:latin typeface="quote-cjk-patch"/>
              </a:rPr>
              <a:t>Data Management, Exploratory Data Analysis (EDA), Binary Logistic Regression Modelling, and Machine Learning Comparison.</a:t>
            </a:r>
            <a:endParaRPr lang="en-GB" sz="1400" b="0" i="0" dirty="0">
              <a:effectLst/>
              <a:latin typeface="quote-cjk-patch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 b="0" i="0" dirty="0">
                <a:effectLst/>
                <a:latin typeface="quote-cjk-patch"/>
              </a:rPr>
              <a:t>The EDA revealed powerful associations, identifying </a:t>
            </a:r>
            <a:r>
              <a:rPr lang="en-GB" sz="1400" b="1" i="0" dirty="0">
                <a:effectLst/>
                <a:latin typeface="quote-cjk-patch"/>
              </a:rPr>
              <a:t>Stroke History (4.9x higher risk), Diabetes (3.2x higher risk), and Difficulty Walking (3.6x higher risk)</a:t>
            </a:r>
            <a:r>
              <a:rPr lang="en-GB" sz="1400" b="0" i="0" dirty="0">
                <a:effectLst/>
                <a:latin typeface="quote-cjk-patch"/>
              </a:rPr>
              <a:t> as the most significant risk factors. A robust predictive framework was developed, with the </a:t>
            </a:r>
            <a:r>
              <a:rPr lang="en-GB" sz="1400" b="1" i="0" dirty="0">
                <a:effectLst/>
                <a:latin typeface="quote-cjk-patch"/>
              </a:rPr>
              <a:t>Random Forest model</a:t>
            </a:r>
            <a:r>
              <a:rPr lang="en-GB" sz="1400" b="0" i="0" dirty="0">
                <a:effectLst/>
                <a:latin typeface="quote-cjk-patch"/>
              </a:rPr>
              <a:t> emerging as the best performer, achieving a </a:t>
            </a:r>
            <a:r>
              <a:rPr lang="en-GB" sz="1400" b="1" i="0" dirty="0">
                <a:effectLst/>
                <a:latin typeface="quote-cjk-patch"/>
              </a:rPr>
              <a:t>Test AUC of 0.8269</a:t>
            </a:r>
            <a:r>
              <a:rPr lang="en-GB" sz="1400" b="0" i="0" dirty="0">
                <a:effectLst/>
                <a:latin typeface="quote-cjk-patch"/>
              </a:rPr>
              <a:t> and an </a:t>
            </a:r>
            <a:r>
              <a:rPr lang="en-GB" sz="1400" b="1" i="0" dirty="0">
                <a:effectLst/>
                <a:latin typeface="quote-cjk-patch"/>
              </a:rPr>
              <a:t>Accuracy of 91.56%</a:t>
            </a:r>
            <a:r>
              <a:rPr lang="en-GB" sz="1400" b="0" i="0" dirty="0">
                <a:effectLst/>
                <a:latin typeface="quote-cjk-patch"/>
              </a:rPr>
              <a:t>. The Binary Logistic Regression model provided strong interpretability, confirming the EDA findings with statistically significant odds ratios.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 b="0" i="0" dirty="0">
                <a:solidFill>
                  <a:srgbClr val="0070C0"/>
                </a:solidFill>
                <a:effectLst/>
                <a:latin typeface="quote-cjk-patch"/>
              </a:rPr>
              <a:t>The project was executed using python and all the necessary associated libraries.</a:t>
            </a:r>
          </a:p>
        </p:txBody>
      </p:sp>
      <p:pic>
        <p:nvPicPr>
          <p:cNvPr id="5" name="Image 13" descr="preencoded.png">
            <a:extLst>
              <a:ext uri="{FF2B5EF4-FFF2-40B4-BE49-F238E27FC236}">
                <a16:creationId xmlns:a16="http://schemas.microsoft.com/office/drawing/2014/main" id="{8F220AEF-F873-76DB-8644-28C6935A5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3117" y="1415214"/>
            <a:ext cx="4710288" cy="5280861"/>
          </a:xfrm>
          <a:prstGeom prst="rect">
            <a:avLst/>
          </a:prstGeom>
        </p:spPr>
      </p:pic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7425B61C-72CE-B497-CCA4-76377C0D019C}"/>
              </a:ext>
            </a:extLst>
          </p:cNvPr>
          <p:cNvSpPr/>
          <p:nvPr/>
        </p:nvSpPr>
        <p:spPr>
          <a:xfrm>
            <a:off x="7293117" y="1415214"/>
            <a:ext cx="4710288" cy="870786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413D6-45F3-42E0-B0A6-15D12A226E1F}"/>
              </a:ext>
            </a:extLst>
          </p:cNvPr>
          <p:cNvSpPr txBox="1"/>
          <p:nvPr/>
        </p:nvSpPr>
        <p:spPr>
          <a:xfrm>
            <a:off x="8289757" y="1540037"/>
            <a:ext cx="3296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TECH STACK</a:t>
            </a:r>
            <a:endParaRPr lang="en-IE" sz="32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9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4AA31E97-A15A-31C3-115E-F036A9DBD7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546" y="3197520"/>
            <a:ext cx="1435917" cy="1435917"/>
          </a:xfrm>
          <a:prstGeom prst="rect">
            <a:avLst/>
          </a:prstGeom>
        </p:spPr>
      </p:pic>
      <p:pic>
        <p:nvPicPr>
          <p:cNvPr id="12" name="Picture 1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1129F7E7-79A8-4C08-89C6-2483C74EDA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8463" y="2610632"/>
            <a:ext cx="2412849" cy="1237468"/>
          </a:xfrm>
          <a:prstGeom prst="rect">
            <a:avLst/>
          </a:prstGeom>
        </p:spPr>
      </p:pic>
      <p:pic>
        <p:nvPicPr>
          <p:cNvPr id="14" name="Picture 13" descr="A logo of a cat&#10;&#10;AI-generated content may be incorrect.">
            <a:hlinkClick r:id="rId10"/>
            <a:extLst>
              <a:ext uri="{FF2B5EF4-FFF2-40B4-BE49-F238E27FC236}">
                <a16:creationId xmlns:a16="http://schemas.microsoft.com/office/drawing/2014/main" id="{1C05F94D-CDB2-C0AC-753A-68626A1388F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7363" r="18533"/>
          <a:stretch>
            <a:fillRect/>
          </a:stretch>
        </p:blipFill>
        <p:spPr>
          <a:xfrm>
            <a:off x="8063749" y="5005264"/>
            <a:ext cx="1520596" cy="1328359"/>
          </a:xfrm>
          <a:prstGeom prst="rect">
            <a:avLst/>
          </a:prstGeom>
        </p:spPr>
      </p:pic>
      <p:pic>
        <p:nvPicPr>
          <p:cNvPr id="16" name="Picture 15" descr="A red paper boat with black text&#10;&#10;AI-generated content may be incorrect.">
            <a:hlinkClick r:id="rId12"/>
            <a:extLst>
              <a:ext uri="{FF2B5EF4-FFF2-40B4-BE49-F238E27FC236}">
                <a16:creationId xmlns:a16="http://schemas.microsoft.com/office/drawing/2014/main" id="{C1809525-2E29-393C-6900-27D0C29BEC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3251" y="4488786"/>
            <a:ext cx="2033449" cy="949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89FF-8BCC-5A53-E300-D2C01BAF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40516BD-215F-45E4-55FB-65996C8C5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0A4BEC8-4A91-336B-ED3E-D1DD887B2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79573DA1-B8B4-B49C-0EAA-51DA72C72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0965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3C8D7B25-AC4D-FB09-9DA1-00B67673D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457450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1DA5C98D-2623-6690-BE11-DAE834A030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514850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74AED74E-C164-70F0-7B5C-F921CA748E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1428750"/>
            <a:ext cx="2705100" cy="9144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96AD8A10-7074-893C-7504-246AFAA11C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581150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36C4293B-B526-A120-D7EB-D87B3D5586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2100" y="1428750"/>
            <a:ext cx="2705100" cy="9144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3FBEA52D-4581-7F0D-68B8-7249E6D600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34500" y="158115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3D68F4ED-B6D8-2252-4DBA-05296878CF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2495550"/>
            <a:ext cx="2705100" cy="9144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6AB49BB5-89C7-A7D1-E846-B0F3BE5F2F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2647950"/>
            <a:ext cx="142875" cy="3048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EAB41DA5-80EE-FFA8-6DFE-AC18DB0172F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2100" y="2495550"/>
            <a:ext cx="2705100" cy="9144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9E3025DE-836C-5C48-DCA3-91BD8826BFA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4500" y="26479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20522595-B5B7-E72C-ACC7-A046EB81F5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3638550"/>
            <a:ext cx="5562600" cy="16764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EADA0A62-1A9F-04CB-2EDA-595FAFBDED9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3867150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92923120-0C53-C992-A4F2-024D43508B0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33980" y="4305300"/>
            <a:ext cx="1762720" cy="7620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6EFD7BD9-F832-E394-B1B9-F4A7BDC18B9A}"/>
              </a:ext>
            </a:extLst>
          </p:cNvPr>
          <p:cNvSpPr/>
          <p:nvPr/>
        </p:nvSpPr>
        <p:spPr>
          <a:xfrm>
            <a:off x="381000" y="161925"/>
            <a:ext cx="71598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chemeClr val="bg1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PHASE 1: </a:t>
            </a:r>
            <a:r>
              <a:rPr lang="en-IE" sz="2400" b="1" dirty="0">
                <a:solidFill>
                  <a:schemeClr val="bg1"/>
                </a:solidFill>
                <a:effectLst/>
                <a:latin typeface="Avenir Next LT Pro Demi" panose="020B07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Management &amp; Preliminary Analysis</a:t>
            </a:r>
            <a:endParaRPr lang="en-US" sz="225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72E632D8-7D1A-AF05-A96F-1F16B8203A2D}"/>
              </a:ext>
            </a:extLst>
          </p:cNvPr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3 of 14</a:t>
            </a:r>
            <a:endParaRPr lang="en-US" sz="135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5F2A2EB-C1D4-D29A-07B1-853C784271BA}"/>
              </a:ext>
            </a:extLst>
          </p:cNvPr>
          <p:cNvSpPr/>
          <p:nvPr/>
        </p:nvSpPr>
        <p:spPr>
          <a:xfrm>
            <a:off x="647700" y="9715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Objective</a:t>
            </a:r>
            <a:endParaRPr lang="en-US" sz="18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944C3FD7-1221-3ADA-803A-7180A986064B}"/>
              </a:ext>
            </a:extLst>
          </p:cNvPr>
          <p:cNvSpPr/>
          <p:nvPr/>
        </p:nvSpPr>
        <p:spPr>
          <a:xfrm>
            <a:off x="304800" y="1390650"/>
            <a:ext cx="55626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factors associated with heart disease and develop a robust predictive model to understand risk factors and improve early intervention.</a:t>
            </a:r>
            <a:endParaRPr lang="en-US" sz="13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55C467DA-8817-39AD-3BDE-0CED86CAA3E8}"/>
              </a:ext>
            </a:extLst>
          </p:cNvPr>
          <p:cNvSpPr/>
          <p:nvPr/>
        </p:nvSpPr>
        <p:spPr>
          <a:xfrm>
            <a:off x="619125" y="24193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Consolidation</a:t>
            </a:r>
            <a:endParaRPr lang="en-US" sz="18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3CAF9B1C-0787-25A9-F6D2-0E9192232F61}"/>
              </a:ext>
            </a:extLst>
          </p:cNvPr>
          <p:cNvSpPr/>
          <p:nvPr/>
        </p:nvSpPr>
        <p:spPr>
          <a:xfrm>
            <a:off x="304800" y="2838450"/>
            <a:ext cx="6675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Four datasets merged using patient ID (</a:t>
            </a:r>
            <a:r>
              <a:rPr lang="en-US" sz="1350" b="1" dirty="0">
                <a:solidFill>
                  <a:srgbClr val="FFA07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pid</a:t>
            </a: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):</a:t>
            </a:r>
            <a:endParaRPr lang="en-US" sz="13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A83E9CF-0E84-1AAF-5C1B-0A48BA8E1FC9}"/>
              </a:ext>
            </a:extLst>
          </p:cNvPr>
          <p:cNvSpPr/>
          <p:nvPr/>
        </p:nvSpPr>
        <p:spPr>
          <a:xfrm>
            <a:off x="342900" y="3181350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Demographics (5 variables)</a:t>
            </a:r>
            <a:endParaRPr lang="en-US" sz="13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9BC6812-D476-41EB-77B8-5E1150E2F820}"/>
              </a:ext>
            </a:extLst>
          </p:cNvPr>
          <p:cNvSpPr/>
          <p:nvPr/>
        </p:nvSpPr>
        <p:spPr>
          <a:xfrm>
            <a:off x="342900" y="3448050"/>
            <a:ext cx="5524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Behaviour (6 variables)</a:t>
            </a:r>
            <a:endParaRPr lang="en-US" sz="135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49D89836-694A-28E9-A02B-BEDE9AC62328}"/>
              </a:ext>
            </a:extLst>
          </p:cNvPr>
          <p:cNvSpPr/>
          <p:nvPr/>
        </p:nvSpPr>
        <p:spPr>
          <a:xfrm>
            <a:off x="342900" y="3714750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History (9 variables)</a:t>
            </a:r>
            <a:endParaRPr lang="en-US" sz="13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4D2FA3D-32F3-16FA-74FC-A26534EFD1D0}"/>
              </a:ext>
            </a:extLst>
          </p:cNvPr>
          <p:cNvSpPr/>
          <p:nvPr/>
        </p:nvSpPr>
        <p:spPr>
          <a:xfrm>
            <a:off x="342900" y="3981450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(2 variables)</a:t>
            </a:r>
            <a:endParaRPr lang="en-US" sz="135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DCF74AF4-0DE1-DC5E-66A9-31E119863ACF}"/>
              </a:ext>
            </a:extLst>
          </p:cNvPr>
          <p:cNvSpPr/>
          <p:nvPr/>
        </p:nvSpPr>
        <p:spPr>
          <a:xfrm>
            <a:off x="704850" y="44767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34067D0A-FA96-5B1C-7E48-A772FA70C365}"/>
              </a:ext>
            </a:extLst>
          </p:cNvPr>
          <p:cNvSpPr/>
          <p:nvPr/>
        </p:nvSpPr>
        <p:spPr>
          <a:xfrm>
            <a:off x="342900" y="4895850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Binary recoding of 'Yes/No' variables</a:t>
            </a:r>
            <a:endParaRPr lang="en-US" sz="135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AC61222-0A62-91D3-C4BD-5C8E28ED1551}"/>
              </a:ext>
            </a:extLst>
          </p:cNvPr>
          <p:cNvSpPr/>
          <p:nvPr/>
        </p:nvSpPr>
        <p:spPr>
          <a:xfrm>
            <a:off x="342900" y="5162550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Ordinal encoding for age categories</a:t>
            </a:r>
            <a:endParaRPr lang="en-US" sz="135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24B90CE1-1D29-A968-6563-8382903ACDA4}"/>
              </a:ext>
            </a:extLst>
          </p:cNvPr>
          <p:cNvSpPr/>
          <p:nvPr/>
        </p:nvSpPr>
        <p:spPr>
          <a:xfrm>
            <a:off x="342900" y="5429250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Categorical binning for BMI and sleep time</a:t>
            </a:r>
            <a:endParaRPr lang="en-US" sz="1350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DAA169D8-2E9F-E8F4-6658-8ED9E0FE7CC1}"/>
              </a:ext>
            </a:extLst>
          </p:cNvPr>
          <p:cNvSpPr/>
          <p:nvPr/>
        </p:nvSpPr>
        <p:spPr>
          <a:xfrm>
            <a:off x="342900" y="5695950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One-hot encoding for race variable</a:t>
            </a:r>
            <a:endParaRPr lang="en-US" sz="135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1E118897-72A3-3120-5A70-13526333DD5B}"/>
              </a:ext>
            </a:extLst>
          </p:cNvPr>
          <p:cNvSpPr/>
          <p:nvPr/>
        </p:nvSpPr>
        <p:spPr>
          <a:xfrm>
            <a:off x="6877050" y="1600200"/>
            <a:ext cx="18470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Demographics</a:t>
            </a:r>
            <a:endParaRPr lang="en-US" sz="150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34B24840-0FE4-9577-579A-8D288F6D4530}"/>
              </a:ext>
            </a:extLst>
          </p:cNvPr>
          <p:cNvSpPr/>
          <p:nvPr/>
        </p:nvSpPr>
        <p:spPr>
          <a:xfrm>
            <a:off x="6477000" y="1962150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variables, 319,795 records</a:t>
            </a:r>
            <a:endParaRPr lang="en-US" sz="1200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DA250422-0FC4-18AD-4570-F10193E24397}"/>
              </a:ext>
            </a:extLst>
          </p:cNvPr>
          <p:cNvSpPr/>
          <p:nvPr/>
        </p:nvSpPr>
        <p:spPr>
          <a:xfrm>
            <a:off x="9705975" y="1600200"/>
            <a:ext cx="20061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History</a:t>
            </a:r>
            <a:endParaRPr lang="en-US" sz="150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AEE47792-D182-C762-97D2-A1E8B5DA660B}"/>
              </a:ext>
            </a:extLst>
          </p:cNvPr>
          <p:cNvSpPr/>
          <p:nvPr/>
        </p:nvSpPr>
        <p:spPr>
          <a:xfrm>
            <a:off x="9334500" y="1962150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 variables, 319,795 records</a:t>
            </a:r>
            <a:endParaRPr lang="en-US" sz="1200" dirty="0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E05C7FFE-7894-0189-74FF-7182C87408DF}"/>
              </a:ext>
            </a:extLst>
          </p:cNvPr>
          <p:cNvSpPr/>
          <p:nvPr/>
        </p:nvSpPr>
        <p:spPr>
          <a:xfrm>
            <a:off x="6734175" y="2667000"/>
            <a:ext cx="13062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Behaviour</a:t>
            </a:r>
            <a:endParaRPr lang="en-US" sz="15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4E6D121C-30D5-70C3-2D14-9E8D98A9D7F5}"/>
              </a:ext>
            </a:extLst>
          </p:cNvPr>
          <p:cNvSpPr/>
          <p:nvPr/>
        </p:nvSpPr>
        <p:spPr>
          <a:xfrm>
            <a:off x="6477000" y="3028950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variables, 319,795 records</a:t>
            </a:r>
            <a:endParaRPr lang="en-US" sz="12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15803840-09C1-418C-23C1-733BB3D874A8}"/>
              </a:ext>
            </a:extLst>
          </p:cNvPr>
          <p:cNvSpPr/>
          <p:nvPr/>
        </p:nvSpPr>
        <p:spPr>
          <a:xfrm>
            <a:off x="9677400" y="2667000"/>
            <a:ext cx="18068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</a:t>
            </a:r>
            <a:endParaRPr lang="en-US" sz="1500" dirty="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EB8A5197-8043-B2A3-EB70-A06BA8DA253F}"/>
              </a:ext>
            </a:extLst>
          </p:cNvPr>
          <p:cNvSpPr/>
          <p:nvPr/>
        </p:nvSpPr>
        <p:spPr>
          <a:xfrm>
            <a:off x="9334500" y="3028950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variables, 319,795 records</a:t>
            </a:r>
            <a:endParaRPr lang="en-US" sz="1200" dirty="0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A2EC19DB-06B2-918D-6566-9686C229B9AC}"/>
              </a:ext>
            </a:extLst>
          </p:cNvPr>
          <p:cNvSpPr/>
          <p:nvPr/>
        </p:nvSpPr>
        <p:spPr>
          <a:xfrm>
            <a:off x="6858000" y="382905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 Merged Dataset</a:t>
            </a:r>
            <a:endParaRPr lang="en-US" sz="180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6555A79B-BFB6-946F-E5AC-C935240C5AE8}"/>
              </a:ext>
            </a:extLst>
          </p:cNvPr>
          <p:cNvSpPr/>
          <p:nvPr/>
        </p:nvSpPr>
        <p:spPr>
          <a:xfrm>
            <a:off x="6515100" y="4248150"/>
            <a:ext cx="23260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Records: </a:t>
            </a: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319,795</a:t>
            </a:r>
            <a:endParaRPr lang="en-US" sz="1350" dirty="0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E80A8598-CC2B-639C-C4E4-50CF6ED8309C}"/>
              </a:ext>
            </a:extLst>
          </p:cNvPr>
          <p:cNvSpPr/>
          <p:nvPr/>
        </p:nvSpPr>
        <p:spPr>
          <a:xfrm>
            <a:off x="6515100" y="4552950"/>
            <a:ext cx="23260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Variables: </a:t>
            </a: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</a:t>
            </a:r>
            <a:endParaRPr lang="en-US" sz="135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059899E2-ED0A-3E70-FE0F-3C23114D1A17}"/>
              </a:ext>
            </a:extLst>
          </p:cNvPr>
          <p:cNvSpPr/>
          <p:nvPr/>
        </p:nvSpPr>
        <p:spPr>
          <a:xfrm>
            <a:off x="6515100" y="4857750"/>
            <a:ext cx="23260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Target: </a:t>
            </a: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HeartDisease</a:t>
            </a:r>
            <a:endParaRPr lang="en-US" sz="135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9BE57DA9-EFB5-EC7B-3113-89BE09628515}"/>
              </a:ext>
            </a:extLst>
          </p:cNvPr>
          <p:cNvSpPr/>
          <p:nvPr/>
        </p:nvSpPr>
        <p:spPr>
          <a:xfrm>
            <a:off x="10048280" y="4419600"/>
            <a:ext cx="18409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46" name="Text 28">
            <a:extLst>
              <a:ext uri="{FF2B5EF4-FFF2-40B4-BE49-F238E27FC236}">
                <a16:creationId xmlns:a16="http://schemas.microsoft.com/office/drawing/2014/main" id="{38F52A42-059E-2EBA-3749-4D3F2EC06E05}"/>
              </a:ext>
            </a:extLst>
          </p:cNvPr>
          <p:cNvSpPr/>
          <p:nvPr/>
        </p:nvSpPr>
        <p:spPr>
          <a:xfrm>
            <a:off x="10048280" y="4724400"/>
            <a:ext cx="18409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 &amp; Complete</a:t>
            </a:r>
            <a:endParaRPr lang="en-US" sz="120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1CB050C0-5719-971A-79CF-CD9C50477F9B}"/>
              </a:ext>
            </a:extLst>
          </p:cNvPr>
          <p:cNvSpPr/>
          <p:nvPr/>
        </p:nvSpPr>
        <p:spPr>
          <a:xfrm>
            <a:off x="6292850" y="10033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Original </a:t>
            </a: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Multiple Datasets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9819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09650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428750"/>
            <a:ext cx="5562600" cy="40576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5638800"/>
            <a:ext cx="2705100" cy="914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2300" y="5638800"/>
            <a:ext cx="27051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971550"/>
            <a:ext cx="5562600" cy="457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885950"/>
            <a:ext cx="5410200" cy="1295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0420" y="2527214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409950"/>
            <a:ext cx="5410200" cy="2057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7500" y="3638550"/>
            <a:ext cx="190500" cy="1905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161925"/>
            <a:ext cx="879377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P1 Cont/…</a:t>
            </a: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Heart Disease Distribution &amp; Class Imbalance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16" name="Text 1"/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4 of 14</a:t>
            </a:r>
            <a:endParaRPr lang="en-US" sz="1350" dirty="0"/>
          </a:p>
        </p:txBody>
      </p:sp>
      <p:sp>
        <p:nvSpPr>
          <p:cNvPr id="17" name="Text 2"/>
          <p:cNvSpPr/>
          <p:nvPr/>
        </p:nvSpPr>
        <p:spPr>
          <a:xfrm>
            <a:off x="676275" y="971550"/>
            <a:ext cx="6675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Distribution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217170" y="5791200"/>
            <a:ext cx="2880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Records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217170" y="6057900"/>
            <a:ext cx="2880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319,795</a:t>
            </a:r>
            <a:endParaRPr lang="en-US" sz="2250" dirty="0"/>
          </a:p>
        </p:txBody>
      </p:sp>
      <p:sp>
        <p:nvSpPr>
          <p:cNvPr id="20" name="Text 5"/>
          <p:cNvSpPr/>
          <p:nvPr/>
        </p:nvSpPr>
        <p:spPr>
          <a:xfrm>
            <a:off x="3074670" y="5791200"/>
            <a:ext cx="2880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Rate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3314700" y="6057900"/>
            <a:ext cx="24003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8.56%</a:t>
            </a:r>
            <a:endParaRPr lang="en-US" sz="2250" dirty="0"/>
          </a:p>
        </p:txBody>
      </p:sp>
      <p:sp>
        <p:nvSpPr>
          <p:cNvPr id="22" name="Text 7"/>
          <p:cNvSpPr/>
          <p:nvPr/>
        </p:nvSpPr>
        <p:spPr>
          <a:xfrm>
            <a:off x="6477000" y="104775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 Imbalance Challenge</a:t>
            </a:r>
            <a:endParaRPr lang="en-US" sz="1800" dirty="0"/>
          </a:p>
        </p:txBody>
      </p:sp>
      <p:sp>
        <p:nvSpPr>
          <p:cNvPr id="23" name="Text 8"/>
          <p:cNvSpPr/>
          <p:nvPr/>
        </p:nvSpPr>
        <p:spPr>
          <a:xfrm>
            <a:off x="6477000" y="1466850"/>
            <a:ext cx="6492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dataset exhibits a significant class imbalance: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934200" y="2076450"/>
            <a:ext cx="20290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(1)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9183142" y="2076450"/>
            <a:ext cx="30162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27,373 records (8.56%)</a:t>
            </a:r>
            <a:endParaRPr lang="en-US" sz="1500" dirty="0"/>
          </a:p>
        </p:txBody>
      </p:sp>
      <p:sp>
        <p:nvSpPr>
          <p:cNvPr id="26" name="Text 11"/>
          <p:cNvSpPr/>
          <p:nvPr/>
        </p:nvSpPr>
        <p:spPr>
          <a:xfrm>
            <a:off x="6933307" y="2457450"/>
            <a:ext cx="20001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Heart Disease (0)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8933408" y="2457450"/>
            <a:ext cx="276329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292,422 records (91.44%)</a:t>
            </a:r>
            <a:endParaRPr lang="en-US" sz="1500" dirty="0"/>
          </a:p>
        </p:txBody>
      </p:sp>
      <p:sp>
        <p:nvSpPr>
          <p:cNvPr id="28" name="Text 13"/>
          <p:cNvSpPr/>
          <p:nvPr/>
        </p:nvSpPr>
        <p:spPr>
          <a:xfrm>
            <a:off x="6934200" y="3600450"/>
            <a:ext cx="6035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on Model Evaluation</a:t>
            </a: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6705600" y="3981450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Affects model performance metrics</a:t>
            </a:r>
            <a:endParaRPr lang="en-US" sz="1350" dirty="0"/>
          </a:p>
        </p:txBody>
      </p:sp>
      <p:sp>
        <p:nvSpPr>
          <p:cNvPr id="30" name="Text 15"/>
          <p:cNvSpPr/>
          <p:nvPr/>
        </p:nvSpPr>
        <p:spPr>
          <a:xfrm>
            <a:off x="6705600" y="4324350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lead to overfitting for majority class</a:t>
            </a:r>
            <a:endParaRPr lang="en-US" sz="1350" dirty="0"/>
          </a:p>
        </p:txBody>
      </p:sp>
      <p:sp>
        <p:nvSpPr>
          <p:cNvPr id="31" name="Text 16"/>
          <p:cNvSpPr/>
          <p:nvPr/>
        </p:nvSpPr>
        <p:spPr>
          <a:xfrm>
            <a:off x="6705600" y="4667250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Impacts sensitivity and specificity</a:t>
            </a:r>
            <a:endParaRPr lang="en-US" sz="1350" dirty="0"/>
          </a:p>
        </p:txBody>
      </p:sp>
      <p:sp>
        <p:nvSpPr>
          <p:cNvPr id="32" name="Text 17"/>
          <p:cNvSpPr/>
          <p:nvPr/>
        </p:nvSpPr>
        <p:spPr>
          <a:xfrm>
            <a:off x="6705600" y="5010150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Requires careful evaluation techniques</a:t>
            </a:r>
            <a:endParaRPr lang="en-US" sz="13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3263930-EC5A-B3F3-451A-FF1F3E3707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9486" y="1649364"/>
            <a:ext cx="5315514" cy="3472705"/>
          </a:xfrm>
          <a:prstGeom prst="rect">
            <a:avLst/>
          </a:prstGeom>
        </p:spPr>
      </p:pic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BE613E09-CF94-015F-876F-88B1672E2F2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12424" y="21717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0012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733550"/>
            <a:ext cx="3632150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0955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914650"/>
            <a:ext cx="3632150" cy="1028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276600"/>
            <a:ext cx="1714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095750"/>
            <a:ext cx="363215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457700"/>
            <a:ext cx="1428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5276850"/>
            <a:ext cx="3632150" cy="102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6388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94150" y="971550"/>
            <a:ext cx="7492901" cy="55816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22750" y="1228725"/>
            <a:ext cx="228600" cy="2286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161925"/>
            <a:ext cx="607995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PHASE 2: EDA &amp; Key Risk Factors Analysis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17" name="Text 1"/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5 of 14</a:t>
            </a:r>
            <a:endParaRPr lang="en-US" sz="1350" dirty="0"/>
          </a:p>
        </p:txBody>
      </p:sp>
      <p:sp>
        <p:nvSpPr>
          <p:cNvPr id="18" name="Text 2"/>
          <p:cNvSpPr/>
          <p:nvPr/>
        </p:nvSpPr>
        <p:spPr>
          <a:xfrm>
            <a:off x="609600" y="971550"/>
            <a:ext cx="36321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 Risk Associations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800100" y="1885950"/>
            <a:ext cx="33082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Stroke History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800100" y="2152650"/>
            <a:ext cx="33082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rate: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36.4% vs 7.5%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800100" y="2381250"/>
            <a:ext cx="33082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4.9× higher risk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742950" y="3067050"/>
            <a:ext cx="27568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Diabetes</a:t>
            </a:r>
            <a:endParaRPr lang="en-US" sz="1500" dirty="0"/>
          </a:p>
        </p:txBody>
      </p:sp>
      <p:sp>
        <p:nvSpPr>
          <p:cNvPr id="23" name="Text 7"/>
          <p:cNvSpPr/>
          <p:nvPr/>
        </p:nvSpPr>
        <p:spPr>
          <a:xfrm>
            <a:off x="742950" y="3333750"/>
            <a:ext cx="33082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rate: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20.9% vs 6.5%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742950" y="3562350"/>
            <a:ext cx="33082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A58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3.2× higher risk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714375" y="4248150"/>
            <a:ext cx="33082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Difficulty Walking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714375" y="4514850"/>
            <a:ext cx="33082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rate: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22.6% vs 6.3%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714375" y="4743450"/>
            <a:ext cx="33082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A8A0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3.6× higher risk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857250" y="5429250"/>
            <a:ext cx="27568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Smoking</a:t>
            </a:r>
            <a:endParaRPr lang="en-US" sz="1500" dirty="0"/>
          </a:p>
        </p:txBody>
      </p:sp>
      <p:sp>
        <p:nvSpPr>
          <p:cNvPr id="29" name="Text 13"/>
          <p:cNvSpPr/>
          <p:nvPr/>
        </p:nvSpPr>
        <p:spPr>
          <a:xfrm>
            <a:off x="857250" y="5695950"/>
            <a:ext cx="33082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rate: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12.2% vs 6.0%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857250" y="5924550"/>
            <a:ext cx="33082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2.0× higher risk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4927550" y="1200150"/>
            <a:ext cx="70357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Ratio Comparison</a:t>
            </a:r>
            <a:endParaRPr lang="en-US" sz="1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B82A6D2-CAED-1E40-2247-CECFA7B87BD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1300" y="1720818"/>
            <a:ext cx="7362421" cy="43656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09"/>
            <a:ext cx="12192000" cy="685395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096730"/>
            <a:ext cx="5753100" cy="114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249130"/>
            <a:ext cx="20002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2392130"/>
            <a:ext cx="5753100" cy="1371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54453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3916130"/>
            <a:ext cx="5753100" cy="1143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06853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5211530"/>
            <a:ext cx="5753100" cy="1143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536393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053188"/>
            <a:ext cx="5753100" cy="29241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4060111"/>
            <a:ext cx="5753100" cy="232522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" y="6453907"/>
            <a:ext cx="11734800" cy="33075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4258" y="6522599"/>
            <a:ext cx="121500" cy="2160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161925"/>
            <a:ext cx="738020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 Cont/… </a:t>
            </a: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Demographic</a:t>
            </a: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&amp; Health Metrics Impact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6 of 14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228600" y="738588"/>
            <a:ext cx="11722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numeric variables shows clear relationships with heart disease risk, with age and BMI exhibiting the strongest associations.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695325" y="1268180"/>
            <a:ext cx="4955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381000" y="1630130"/>
            <a:ext cx="5448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 increase in heart disease rates with advancing age, from 0.6% in younger adults to over 20% in older adults.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723900" y="2563580"/>
            <a:ext cx="4868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BMI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381000" y="2925530"/>
            <a:ext cx="54483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Obese category shows consistently highest heart disease rates (10.4%), followed by overweight (8.7%), normal weight (6.5%), and underweight (7.8%).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752475" y="4087580"/>
            <a:ext cx="19925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 Health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381000" y="4449530"/>
            <a:ext cx="5448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Poorer physical health scores correlate with higher heart disease rates, with a clear distinction between categories.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723900" y="5382980"/>
            <a:ext cx="1817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Mental Health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381000" y="5744930"/>
            <a:ext cx="5448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Some association with heart disease risk, though less pronounced than physical health factors.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6362700" y="1177013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Distribution of Health Metrics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6318069" y="4126060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Heart Disease Rates by Category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2683877" y="6474040"/>
            <a:ext cx="9612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 Age and BMI show the most consistent association with heart disease risk across the population.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BD10294-3379-1A20-EC8E-5E46A821B04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8240" y="4459435"/>
            <a:ext cx="4790825" cy="189509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ABA9A32-3172-914E-C684-E434D709BE8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50988" y="1443713"/>
            <a:ext cx="3697987" cy="24398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954"/>
            <a:ext cx="12192000" cy="688336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316" y="1162050"/>
            <a:ext cx="8267792" cy="5534026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161925"/>
            <a:ext cx="770560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 Cont/… </a:t>
            </a: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Interaction Effects &amp; Compounding Risk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7 of 14</a:t>
            </a:r>
            <a:endParaRPr lang="en-US" sz="1350" dirty="0"/>
          </a:p>
        </p:txBody>
      </p:sp>
      <p:sp>
        <p:nvSpPr>
          <p:cNvPr id="19" name="Text 2"/>
          <p:cNvSpPr/>
          <p:nvPr/>
        </p:nvSpPr>
        <p:spPr>
          <a:xfrm>
            <a:off x="228600" y="775030"/>
            <a:ext cx="14081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reveals that combinations of risk factors significantly amplify heart disease risk beyond individual factors.</a:t>
            </a:r>
            <a:endParaRPr lang="en-US" sz="13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94A78E3-83D9-4442-688F-146ABFA0A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314" y="1202900"/>
            <a:ext cx="7198916" cy="5421945"/>
          </a:xfrm>
          <a:prstGeom prst="rect">
            <a:avLst/>
          </a:prstGeom>
        </p:spPr>
      </p:pic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98C7E3B6-185B-2AFD-FD53-1B3B4A97E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60" y="1141937"/>
            <a:ext cx="3508121" cy="1766629"/>
          </a:xfrm>
          <a:prstGeom prst="rect">
            <a:avLst/>
          </a:prstGeom>
        </p:spPr>
      </p:pic>
      <p:pic>
        <p:nvPicPr>
          <p:cNvPr id="34" name="Image 4" descr="preencoded.png">
            <a:extLst>
              <a:ext uri="{FF2B5EF4-FFF2-40B4-BE49-F238E27FC236}">
                <a16:creationId xmlns:a16="http://schemas.microsoft.com/office/drawing/2014/main" id="{16D05A8A-82C9-2D70-4B9B-35B8623BC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793" y="1528007"/>
            <a:ext cx="152400" cy="152400"/>
          </a:xfrm>
          <a:prstGeom prst="rect">
            <a:avLst/>
          </a:prstGeom>
        </p:spPr>
      </p:pic>
      <p:pic>
        <p:nvPicPr>
          <p:cNvPr id="35" name="Image 5" descr="preencoded.png">
            <a:extLst>
              <a:ext uri="{FF2B5EF4-FFF2-40B4-BE49-F238E27FC236}">
                <a16:creationId xmlns:a16="http://schemas.microsoft.com/office/drawing/2014/main" id="{8FDA78A9-4F35-3A02-3158-1FD4298F9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793" y="2021282"/>
            <a:ext cx="152400" cy="152400"/>
          </a:xfrm>
          <a:prstGeom prst="rect">
            <a:avLst/>
          </a:prstGeom>
        </p:spPr>
      </p:pic>
      <p:pic>
        <p:nvPicPr>
          <p:cNvPr id="36" name="Image 6" descr="preencoded.png">
            <a:extLst>
              <a:ext uri="{FF2B5EF4-FFF2-40B4-BE49-F238E27FC236}">
                <a16:creationId xmlns:a16="http://schemas.microsoft.com/office/drawing/2014/main" id="{6E3A5D58-79DC-E8A0-C1AA-F6D8124FF0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793" y="2506879"/>
            <a:ext cx="152400" cy="152400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C5E2F413-6CEB-0282-627F-F62831ED90D1}"/>
              </a:ext>
            </a:extLst>
          </p:cNvPr>
          <p:cNvSpPr/>
          <p:nvPr/>
        </p:nvSpPr>
        <p:spPr>
          <a:xfrm>
            <a:off x="302793" y="1213682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4A7AB707-2424-3F6D-EF9D-E85236457B13}"/>
              </a:ext>
            </a:extLst>
          </p:cNvPr>
          <p:cNvSpPr/>
          <p:nvPr/>
        </p:nvSpPr>
        <p:spPr>
          <a:xfrm>
            <a:off x="531393" y="1489907"/>
            <a:ext cx="278932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Individuals with 4+ risk factors have over 10x higher risk compared to those with no risk factors</a:t>
            </a:r>
            <a:endParaRPr lang="en-US" sz="10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2DDB3FAA-4E16-855D-E655-0A9FCBDBD865}"/>
              </a:ext>
            </a:extLst>
          </p:cNvPr>
          <p:cNvSpPr/>
          <p:nvPr/>
        </p:nvSpPr>
        <p:spPr>
          <a:xfrm>
            <a:off x="531393" y="1957054"/>
            <a:ext cx="278932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combination of diabetes and smoking shows a compounding effect on risk</a:t>
            </a:r>
            <a:endParaRPr lang="en-US" sz="10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1B98B4D6-427B-B259-C959-B4B0FAB74286}"/>
              </a:ext>
            </a:extLst>
          </p:cNvPr>
          <p:cNvSpPr/>
          <p:nvPr/>
        </p:nvSpPr>
        <p:spPr>
          <a:xfrm>
            <a:off x="531393" y="2451366"/>
            <a:ext cx="278932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 60+ combined with other factors creates a particularly high-risk profile</a:t>
            </a:r>
            <a:endParaRPr lang="en-US" sz="1000" dirty="0"/>
          </a:p>
        </p:txBody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7453182F-18C9-E99D-1E3D-87EC47418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60" y="2999828"/>
            <a:ext cx="3508121" cy="3696248"/>
          </a:xfrm>
          <a:prstGeom prst="rect">
            <a:avLst/>
          </a:prstGeom>
        </p:spPr>
      </p:pic>
      <p:sp>
        <p:nvSpPr>
          <p:cNvPr id="42" name="Text 7">
            <a:extLst>
              <a:ext uri="{FF2B5EF4-FFF2-40B4-BE49-F238E27FC236}">
                <a16:creationId xmlns:a16="http://schemas.microsoft.com/office/drawing/2014/main" id="{A0E7AEEE-CD9B-F9B2-C0F8-FD41C28DFC8D}"/>
              </a:ext>
            </a:extLst>
          </p:cNvPr>
          <p:cNvSpPr/>
          <p:nvPr/>
        </p:nvSpPr>
        <p:spPr>
          <a:xfrm>
            <a:off x="266283" y="3016820"/>
            <a:ext cx="32979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Composite Risk Score</a:t>
            </a:r>
            <a:endParaRPr lang="en-US" sz="15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5BF4F072-2E67-9ACC-1D28-88685D9DD427}"/>
              </a:ext>
            </a:extLst>
          </p:cNvPr>
          <p:cNvSpPr/>
          <p:nvPr/>
        </p:nvSpPr>
        <p:spPr>
          <a:xfrm>
            <a:off x="228600" y="3282800"/>
            <a:ext cx="3238169" cy="9147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GB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A simple risk score was created by summing binary risk factors (Diabetes, Smoking, Stroke, Age 60+). The heart disease rate increased exponentially with this score, from ~3% with 0 risk factors to over 30% with 4 or more factors.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095C4C1-ECCA-0E5C-B19E-B24CB15CEC4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07"/>
          <a:stretch>
            <a:fillRect/>
          </a:stretch>
        </p:blipFill>
        <p:spPr>
          <a:xfrm>
            <a:off x="248866" y="4314520"/>
            <a:ext cx="3315373" cy="22493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" y="19051"/>
            <a:ext cx="12153900" cy="68389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259470"/>
            <a:ext cx="5545217" cy="797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11870"/>
            <a:ext cx="303848" cy="37981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516645"/>
            <a:ext cx="151924" cy="15192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250070"/>
            <a:ext cx="5545217" cy="102548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402470"/>
            <a:ext cx="322838" cy="37980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507245"/>
            <a:ext cx="170914" cy="15192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469270"/>
            <a:ext cx="5545217" cy="102548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21670"/>
            <a:ext cx="341828" cy="37980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726445"/>
            <a:ext cx="189905" cy="15192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688470"/>
            <a:ext cx="5545217" cy="102548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840870"/>
            <a:ext cx="303848" cy="37981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945645"/>
            <a:ext cx="151924" cy="15192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5762887"/>
            <a:ext cx="5545217" cy="102548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980330"/>
            <a:ext cx="132933" cy="17091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333500"/>
            <a:ext cx="5545217" cy="277260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447800"/>
            <a:ext cx="5317331" cy="2278856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4212777"/>
            <a:ext cx="5545217" cy="257559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2047" y="4764678"/>
            <a:ext cx="531733" cy="531733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33022" y="4898028"/>
            <a:ext cx="170914" cy="265866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40923" y="4764678"/>
            <a:ext cx="531733" cy="531733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88561" y="4898028"/>
            <a:ext cx="237381" cy="265867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48540" y="4764678"/>
            <a:ext cx="531733" cy="531733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19990" y="4898028"/>
            <a:ext cx="189905" cy="265867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83664" y="4764678"/>
            <a:ext cx="531733" cy="531733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55114" y="4898028"/>
            <a:ext cx="189905" cy="265867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3200" y="5680167"/>
            <a:ext cx="5089446" cy="835581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67500" y="5908767"/>
            <a:ext cx="375655" cy="379809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79716" y="6023067"/>
            <a:ext cx="151924" cy="151924"/>
          </a:xfrm>
          <a:prstGeom prst="rect">
            <a:avLst/>
          </a:prstGeom>
        </p:spPr>
      </p:pic>
      <p:sp>
        <p:nvSpPr>
          <p:cNvPr id="34" name="Text 1"/>
          <p:cNvSpPr/>
          <p:nvPr/>
        </p:nvSpPr>
        <p:spPr>
          <a:xfrm>
            <a:off x="304800" y="952500"/>
            <a:ext cx="6654260" cy="2442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Development Methodology</a:t>
            </a:r>
            <a:endParaRPr lang="en-US" sz="1800" dirty="0"/>
          </a:p>
        </p:txBody>
      </p:sp>
      <p:sp>
        <p:nvSpPr>
          <p:cNvPr id="35" name="Text 2"/>
          <p:cNvSpPr/>
          <p:nvPr/>
        </p:nvSpPr>
        <p:spPr>
          <a:xfrm>
            <a:off x="914400" y="1411870"/>
            <a:ext cx="4448072" cy="213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Train-Test Split</a:t>
            </a:r>
            <a:endParaRPr lang="en-US" sz="1350" dirty="0"/>
          </a:p>
        </p:txBody>
      </p:sp>
      <p:sp>
        <p:nvSpPr>
          <p:cNvPr id="36" name="Text 3"/>
          <p:cNvSpPr/>
          <p:nvPr/>
        </p:nvSpPr>
        <p:spPr>
          <a:xfrm>
            <a:off x="931431" y="1645282"/>
            <a:ext cx="5337686" cy="1832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80/20 split with stratification to maintain class proportions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894338" y="2374552"/>
            <a:ext cx="5719929" cy="213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Multicollinearity Assessment</a:t>
            </a:r>
            <a:endParaRPr lang="en-US" sz="1350" dirty="0"/>
          </a:p>
        </p:txBody>
      </p:sp>
      <p:sp>
        <p:nvSpPr>
          <p:cNvPr id="38" name="Text 5"/>
          <p:cNvSpPr/>
          <p:nvPr/>
        </p:nvSpPr>
        <p:spPr>
          <a:xfrm>
            <a:off x="904130" y="2617398"/>
            <a:ext cx="4766608" cy="3664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Variance Inflation Factor (VIF) analysis identified SleepTime (VIF=14.87) as problematic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952500" y="3621670"/>
            <a:ext cx="4747617" cy="213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Threshold Optimization</a:t>
            </a:r>
            <a:endParaRPr lang="en-US" sz="1350" dirty="0"/>
          </a:p>
        </p:txBody>
      </p:sp>
      <p:sp>
        <p:nvSpPr>
          <p:cNvPr id="40" name="Text 7"/>
          <p:cNvSpPr/>
          <p:nvPr/>
        </p:nvSpPr>
        <p:spPr>
          <a:xfrm>
            <a:off x="952500" y="3888370"/>
            <a:ext cx="4747617" cy="3664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Youden's Index to balance sensitivity (80.25%) and specificity (70.61%)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914400" y="4840870"/>
            <a:ext cx="4785598" cy="213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Evaluation</a:t>
            </a:r>
            <a:endParaRPr lang="en-US" sz="1350" dirty="0"/>
          </a:p>
        </p:txBody>
      </p:sp>
      <p:sp>
        <p:nvSpPr>
          <p:cNvPr id="42" name="Text 9"/>
          <p:cNvSpPr/>
          <p:nvPr/>
        </p:nvSpPr>
        <p:spPr>
          <a:xfrm>
            <a:off x="914400" y="5107570"/>
            <a:ext cx="4785598" cy="3664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assessment using AUC (0.8291 training, 0.8262 test)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666750" y="5932705"/>
            <a:ext cx="5241369" cy="213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44" name="Text 11"/>
          <p:cNvSpPr/>
          <p:nvPr/>
        </p:nvSpPr>
        <p:spPr>
          <a:xfrm>
            <a:off x="457200" y="6199405"/>
            <a:ext cx="5241369" cy="3664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7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 emerged as the best-performing model with an AUC of </a:t>
            </a:r>
            <a:r>
              <a:rPr lang="en-US" sz="1200" b="1" dirty="0">
                <a:solidFill>
                  <a:srgbClr val="007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0.8269</a:t>
            </a:r>
            <a:r>
              <a:rPr lang="en-US" sz="1200" dirty="0">
                <a:solidFill>
                  <a:srgbClr val="007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on test data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45" name="Text 12"/>
          <p:cNvSpPr/>
          <p:nvPr/>
        </p:nvSpPr>
        <p:spPr>
          <a:xfrm>
            <a:off x="6324600" y="952500"/>
            <a:ext cx="6675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Multicollinearity Assessment</a:t>
            </a:r>
            <a:endParaRPr lang="en-US" sz="1500" dirty="0"/>
          </a:p>
        </p:txBody>
      </p:sp>
      <p:sp>
        <p:nvSpPr>
          <p:cNvPr id="46" name="Text 13"/>
          <p:cNvSpPr/>
          <p:nvPr/>
        </p:nvSpPr>
        <p:spPr>
          <a:xfrm>
            <a:off x="5905500" y="3810000"/>
            <a:ext cx="6380798" cy="1526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Correlation matrix showing variables with high VIF values</a:t>
            </a:r>
            <a:endParaRPr lang="en-US" sz="1050" dirty="0"/>
          </a:p>
        </p:txBody>
      </p:sp>
      <p:sp>
        <p:nvSpPr>
          <p:cNvPr id="47" name="Text 14"/>
          <p:cNvSpPr/>
          <p:nvPr/>
        </p:nvSpPr>
        <p:spPr>
          <a:xfrm>
            <a:off x="6553200" y="4441377"/>
            <a:ext cx="5089446" cy="213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Development Flow</a:t>
            </a:r>
            <a:endParaRPr lang="en-US" sz="1500" dirty="0"/>
          </a:p>
        </p:txBody>
      </p:sp>
      <p:sp>
        <p:nvSpPr>
          <p:cNvPr id="48" name="Text 15"/>
          <p:cNvSpPr/>
          <p:nvPr/>
        </p:nvSpPr>
        <p:spPr>
          <a:xfrm>
            <a:off x="6440076" y="5374278"/>
            <a:ext cx="1353249" cy="1526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7911109" y="5374278"/>
            <a:ext cx="1388678" cy="1526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Selection</a:t>
            </a:r>
            <a:endParaRPr lang="en-US" sz="1050" dirty="0"/>
          </a:p>
        </p:txBody>
      </p:sp>
      <p:sp>
        <p:nvSpPr>
          <p:cNvPr id="50" name="Text 17"/>
          <p:cNvSpPr/>
          <p:nvPr/>
        </p:nvSpPr>
        <p:spPr>
          <a:xfrm>
            <a:off x="9433902" y="5374278"/>
            <a:ext cx="1159190" cy="1526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Training</a:t>
            </a:r>
            <a:endParaRPr lang="en-US" sz="1050" dirty="0"/>
          </a:p>
        </p:txBody>
      </p:sp>
      <p:pic>
        <p:nvPicPr>
          <p:cNvPr id="56" name="Image 1" descr="preencoded.png">
            <a:extLst>
              <a:ext uri="{FF2B5EF4-FFF2-40B4-BE49-F238E27FC236}">
                <a16:creationId xmlns:a16="http://schemas.microsoft.com/office/drawing/2014/main" id="{B30AB32D-45CC-38E6-D275-FC2EC088D67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-1334" y="-38100"/>
            <a:ext cx="12193334" cy="664666"/>
          </a:xfrm>
          <a:prstGeom prst="rect">
            <a:avLst/>
          </a:prstGeom>
        </p:spPr>
      </p:pic>
      <p:sp>
        <p:nvSpPr>
          <p:cNvPr id="51" name="Text 18"/>
          <p:cNvSpPr/>
          <p:nvPr/>
        </p:nvSpPr>
        <p:spPr>
          <a:xfrm>
            <a:off x="10761003" y="5374278"/>
            <a:ext cx="975813" cy="1526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52" name="Text 19"/>
          <p:cNvSpPr/>
          <p:nvPr/>
        </p:nvSpPr>
        <p:spPr>
          <a:xfrm>
            <a:off x="7158634" y="5794467"/>
            <a:ext cx="4371962" cy="1832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Challenge Addressed</a:t>
            </a:r>
            <a:endParaRPr lang="en-US" sz="1200" dirty="0"/>
          </a:p>
        </p:txBody>
      </p:sp>
      <p:sp>
        <p:nvSpPr>
          <p:cNvPr id="53" name="Text 20"/>
          <p:cNvSpPr/>
          <p:nvPr/>
        </p:nvSpPr>
        <p:spPr>
          <a:xfrm>
            <a:off x="7158634" y="6023067"/>
            <a:ext cx="4371962" cy="3053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 imbalance (8.56% heart disease cases) and multicollinearity</a:t>
            </a:r>
            <a:endParaRPr lang="en-US" sz="1050" dirty="0"/>
          </a:p>
        </p:txBody>
      </p:sp>
      <p:sp>
        <p:nvSpPr>
          <p:cNvPr id="33" name="Text 0"/>
          <p:cNvSpPr/>
          <p:nvPr/>
        </p:nvSpPr>
        <p:spPr>
          <a:xfrm>
            <a:off x="381000" y="152400"/>
            <a:ext cx="11394281" cy="2748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PHASE 3: Predictive Modeling Approach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57" name="Text 1">
            <a:extLst>
              <a:ext uri="{FF2B5EF4-FFF2-40B4-BE49-F238E27FC236}">
                <a16:creationId xmlns:a16="http://schemas.microsoft.com/office/drawing/2014/main" id="{89163EE6-BBEE-15B1-70BA-41960C92DE0E}"/>
              </a:ext>
            </a:extLst>
          </p:cNvPr>
          <p:cNvSpPr/>
          <p:nvPr/>
        </p:nvSpPr>
        <p:spPr>
          <a:xfrm>
            <a:off x="10848975" y="200025"/>
            <a:ext cx="1150822" cy="213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8 of 14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056"/>
            <a:ext cx="12230100" cy="687805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4594"/>
            <a:ext cx="12228096" cy="666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765803"/>
            <a:ext cx="2857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752054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392128"/>
            <a:ext cx="2317700" cy="56224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9700" y="2392128"/>
            <a:ext cx="2317700" cy="56224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3330467"/>
            <a:ext cx="2317700" cy="56224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9700" y="3330467"/>
            <a:ext cx="2317700" cy="56224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100965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1390650"/>
            <a:ext cx="5562600" cy="51625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5189868"/>
            <a:ext cx="257175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5570868"/>
            <a:ext cx="2705100" cy="49478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1" y="5627012"/>
            <a:ext cx="128571" cy="180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62300" y="5570868"/>
            <a:ext cx="2705100" cy="49478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14701" y="5627012"/>
            <a:ext cx="128571" cy="180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6178851"/>
            <a:ext cx="2705100" cy="49478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1" y="6234995"/>
            <a:ext cx="128571" cy="180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62300" y="6178851"/>
            <a:ext cx="2705100" cy="49478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14701" y="6234995"/>
            <a:ext cx="128571" cy="1800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161925"/>
            <a:ext cx="614183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P3 Cont/…</a:t>
            </a: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Predictive Models Development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9 of 14</a:t>
            </a:r>
            <a:endParaRPr lang="en-US" sz="1350" dirty="0"/>
          </a:p>
        </p:txBody>
      </p:sp>
      <p:sp>
        <p:nvSpPr>
          <p:cNvPr id="24" name="Text 2"/>
          <p:cNvSpPr/>
          <p:nvPr/>
        </p:nvSpPr>
        <p:spPr>
          <a:xfrm>
            <a:off x="704850" y="736417"/>
            <a:ext cx="316175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Logistic Regression Methodology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342900" y="1016181"/>
            <a:ext cx="24351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80/20 train-test split (stratified)</a:t>
            </a:r>
            <a:endParaRPr lang="en-US" sz="1000" dirty="0"/>
          </a:p>
        </p:txBody>
      </p:sp>
      <p:sp>
        <p:nvSpPr>
          <p:cNvPr id="26" name="Text 4"/>
          <p:cNvSpPr/>
          <p:nvPr/>
        </p:nvSpPr>
        <p:spPr>
          <a:xfrm>
            <a:off x="342900" y="1221924"/>
            <a:ext cx="31617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Removed multicollinearity (VIF=14.87 for SleepTime)</a:t>
            </a:r>
            <a:endParaRPr lang="en-US" sz="1000" dirty="0"/>
          </a:p>
        </p:txBody>
      </p:sp>
      <p:sp>
        <p:nvSpPr>
          <p:cNvPr id="27" name="Text 5"/>
          <p:cNvSpPr/>
          <p:nvPr/>
        </p:nvSpPr>
        <p:spPr>
          <a:xfrm>
            <a:off x="342900" y="1410246"/>
            <a:ext cx="28531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14 statistically significant predictors (p &lt; 0.001)</a:t>
            </a:r>
            <a:endParaRPr lang="en-US" sz="1000" dirty="0"/>
          </a:p>
        </p:txBody>
      </p:sp>
      <p:sp>
        <p:nvSpPr>
          <p:cNvPr id="28" name="Text 6"/>
          <p:cNvSpPr/>
          <p:nvPr/>
        </p:nvSpPr>
        <p:spPr>
          <a:xfrm>
            <a:off x="704850" y="1713954"/>
            <a:ext cx="6675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Threshold Optimization</a:t>
            </a: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304800" y="2011128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 threshold (0.5):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419100" y="2401920"/>
            <a:ext cx="2089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419100" y="2630520"/>
            <a:ext cx="2089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9.12%</a:t>
            </a:r>
            <a:endParaRPr lang="en-US" sz="1800" dirty="0"/>
          </a:p>
        </p:txBody>
      </p:sp>
      <p:sp>
        <p:nvSpPr>
          <p:cNvPr id="32" name="Text 10"/>
          <p:cNvSpPr/>
          <p:nvPr/>
        </p:nvSpPr>
        <p:spPr>
          <a:xfrm>
            <a:off x="3664000" y="2401920"/>
            <a:ext cx="2089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Specificity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3664000" y="2630520"/>
            <a:ext cx="2506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C55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99.20%</a:t>
            </a:r>
            <a:endParaRPr lang="en-US" sz="1800" dirty="0"/>
          </a:p>
        </p:txBody>
      </p:sp>
      <p:sp>
        <p:nvSpPr>
          <p:cNvPr id="34" name="Text 12"/>
          <p:cNvSpPr/>
          <p:nvPr/>
        </p:nvSpPr>
        <p:spPr>
          <a:xfrm>
            <a:off x="304800" y="3010430"/>
            <a:ext cx="53209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threshold (0.0782):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419100" y="3340259"/>
            <a:ext cx="2089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419100" y="3568859"/>
            <a:ext cx="2506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80.25%</a:t>
            </a:r>
            <a:endParaRPr lang="en-US" sz="1800" dirty="0"/>
          </a:p>
        </p:txBody>
      </p:sp>
      <p:sp>
        <p:nvSpPr>
          <p:cNvPr id="37" name="Text 15"/>
          <p:cNvSpPr/>
          <p:nvPr/>
        </p:nvSpPr>
        <p:spPr>
          <a:xfrm>
            <a:off x="3664000" y="3340259"/>
            <a:ext cx="2089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Specificity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3664000" y="3594986"/>
            <a:ext cx="2506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C55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70.61%</a:t>
            </a:r>
            <a:endParaRPr lang="en-US" sz="1800" dirty="0"/>
          </a:p>
        </p:txBody>
      </p:sp>
      <p:sp>
        <p:nvSpPr>
          <p:cNvPr id="39" name="Text 17"/>
          <p:cNvSpPr/>
          <p:nvPr/>
        </p:nvSpPr>
        <p:spPr>
          <a:xfrm>
            <a:off x="6667500" y="9715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ROC Curve Analysis</a:t>
            </a:r>
            <a:endParaRPr lang="en-US" sz="1800" dirty="0"/>
          </a:p>
        </p:txBody>
      </p:sp>
      <p:sp>
        <p:nvSpPr>
          <p:cNvPr id="40" name="Text 18"/>
          <p:cNvSpPr/>
          <p:nvPr/>
        </p:nvSpPr>
        <p:spPr>
          <a:xfrm>
            <a:off x="676275" y="5139736"/>
            <a:ext cx="47317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Performance</a:t>
            </a:r>
            <a:endParaRPr lang="en-US" sz="1800" dirty="0"/>
          </a:p>
        </p:txBody>
      </p:sp>
      <p:sp>
        <p:nvSpPr>
          <p:cNvPr id="41" name="Text 19"/>
          <p:cNvSpPr/>
          <p:nvPr/>
        </p:nvSpPr>
        <p:spPr>
          <a:xfrm>
            <a:off x="654228" y="5557340"/>
            <a:ext cx="16466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Training AUC</a:t>
            </a:r>
            <a:endParaRPr lang="en-US" sz="1200" dirty="0"/>
          </a:p>
        </p:txBody>
      </p:sp>
      <p:sp>
        <p:nvSpPr>
          <p:cNvPr id="42" name="Text 20"/>
          <p:cNvSpPr/>
          <p:nvPr/>
        </p:nvSpPr>
        <p:spPr>
          <a:xfrm>
            <a:off x="457200" y="5722749"/>
            <a:ext cx="2880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0.8291</a:t>
            </a:r>
            <a:endParaRPr lang="en-US" dirty="0"/>
          </a:p>
        </p:txBody>
      </p:sp>
      <p:sp>
        <p:nvSpPr>
          <p:cNvPr id="43" name="Text 21"/>
          <p:cNvSpPr/>
          <p:nvPr/>
        </p:nvSpPr>
        <p:spPr>
          <a:xfrm>
            <a:off x="3511728" y="5557340"/>
            <a:ext cx="11288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AUC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3314700" y="5722749"/>
            <a:ext cx="2880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b="1" dirty="0">
                <a:solidFill>
                  <a:srgbClr val="EA58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0.8262</a:t>
            </a:r>
            <a:endParaRPr lang="en-US" dirty="0"/>
          </a:p>
        </p:txBody>
      </p:sp>
      <p:sp>
        <p:nvSpPr>
          <p:cNvPr id="45" name="Text 23"/>
          <p:cNvSpPr/>
          <p:nvPr/>
        </p:nvSpPr>
        <p:spPr>
          <a:xfrm>
            <a:off x="654228" y="6165323"/>
            <a:ext cx="11622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</a:t>
            </a:r>
            <a:endParaRPr lang="en-US" sz="1200" dirty="0"/>
          </a:p>
        </p:txBody>
      </p:sp>
      <p:sp>
        <p:nvSpPr>
          <p:cNvPr id="46" name="Text 24"/>
          <p:cNvSpPr/>
          <p:nvPr/>
        </p:nvSpPr>
        <p:spPr>
          <a:xfrm>
            <a:off x="457200" y="6330732"/>
            <a:ext cx="2880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71.44%</a:t>
            </a:r>
            <a:endParaRPr lang="en-US" dirty="0"/>
          </a:p>
        </p:txBody>
      </p:sp>
      <p:sp>
        <p:nvSpPr>
          <p:cNvPr id="47" name="Text 25"/>
          <p:cNvSpPr/>
          <p:nvPr/>
        </p:nvSpPr>
        <p:spPr>
          <a:xfrm>
            <a:off x="3511728" y="6165323"/>
            <a:ext cx="14039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Overfitting</a:t>
            </a:r>
            <a:endParaRPr lang="en-US" sz="1200" dirty="0"/>
          </a:p>
        </p:txBody>
      </p:sp>
      <p:sp>
        <p:nvSpPr>
          <p:cNvPr id="48" name="Text 26"/>
          <p:cNvSpPr/>
          <p:nvPr/>
        </p:nvSpPr>
        <p:spPr>
          <a:xfrm>
            <a:off x="3314700" y="6330732"/>
            <a:ext cx="2880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b="1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0.0324</a:t>
            </a:r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B1399A4-C839-5C5F-D697-405B056A061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8223" y="1566106"/>
            <a:ext cx="5480877" cy="4743450"/>
          </a:xfrm>
          <a:prstGeom prst="rect">
            <a:avLst/>
          </a:prstGeom>
        </p:spPr>
      </p:pic>
      <p:pic>
        <p:nvPicPr>
          <p:cNvPr id="51" name="Image 9" descr="preencoded.png">
            <a:extLst>
              <a:ext uri="{FF2B5EF4-FFF2-40B4-BE49-F238E27FC236}">
                <a16:creationId xmlns:a16="http://schemas.microsoft.com/office/drawing/2014/main" id="{DE570A56-F6D3-30A2-7278-677F1787EB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3944249"/>
            <a:ext cx="5562600" cy="112703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DB1D331-B9BA-0694-B7C1-33A7B7DD2C2E}"/>
              </a:ext>
            </a:extLst>
          </p:cNvPr>
          <p:cNvSpPr txBox="1"/>
          <p:nvPr/>
        </p:nvSpPr>
        <p:spPr>
          <a:xfrm>
            <a:off x="342900" y="3974195"/>
            <a:ext cx="54101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i-sans-serif"/>
              </a:rPr>
              <a:t>The initial high accuracy is misleading, driven by correctly classifying the majority "No Disease" class. The sensitivity of 9.12% is unacceptable for a medical screening tool.</a:t>
            </a:r>
            <a:br>
              <a:rPr lang="en-GB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ui-sans-serif"/>
              </a:rPr>
            </a:br>
            <a:br>
              <a:rPr lang="en-GB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ui-sans-serif"/>
              </a:rPr>
            </a:br>
            <a:r>
              <a:rPr lang="en-GB" sz="11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i-sans-serif"/>
              </a:rPr>
              <a:t>Optimal Threshold Selection</a:t>
            </a:r>
            <a:br>
              <a:rPr lang="en-GB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i-sans-serif"/>
              </a:rPr>
            </a:br>
            <a:r>
              <a:rPr lang="en-GB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i-sans-serif"/>
              </a:rPr>
              <a:t>Using Youden's Index (maximizing Sensitivity + Specificity), the optimal threshold was found to be </a:t>
            </a:r>
            <a:r>
              <a:rPr lang="en-GB" sz="11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i-sans-serif"/>
              </a:rPr>
              <a:t>0.0782</a:t>
            </a:r>
            <a:r>
              <a:rPr lang="en-GB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i-sans-serif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181725"/>
            <a:ext cx="11734651" cy="55788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6258192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961" y="1333500"/>
            <a:ext cx="4465290" cy="1219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0361" y="1485900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561" y="15906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1227" y="1524000"/>
            <a:ext cx="1279624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7961" y="2705100"/>
            <a:ext cx="4465290" cy="990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0361" y="2857500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26561" y="29622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31227" y="2895600"/>
            <a:ext cx="1279624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7961" y="3848100"/>
            <a:ext cx="4465290" cy="990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50361" y="4000500"/>
            <a:ext cx="32385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6561" y="4105275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31227" y="4038600"/>
            <a:ext cx="1279624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7961" y="4991100"/>
            <a:ext cx="4465290" cy="990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50361" y="5143500"/>
            <a:ext cx="3429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26561" y="5248275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31227" y="5181600"/>
            <a:ext cx="1279624" cy="304800"/>
          </a:xfrm>
          <a:prstGeom prst="rect">
            <a:avLst/>
          </a:prstGeom>
        </p:spPr>
      </p:pic>
      <p:sp>
        <p:nvSpPr>
          <p:cNvPr id="25" name="Text 1"/>
          <p:cNvSpPr/>
          <p:nvPr/>
        </p:nvSpPr>
        <p:spPr>
          <a:xfrm>
            <a:off x="628650" y="6229617"/>
            <a:ext cx="65073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ROC Curve Insights</a:t>
            </a:r>
            <a:endParaRPr lang="en-US" sz="1350" dirty="0"/>
          </a:p>
        </p:txBody>
      </p:sp>
      <p:sp>
        <p:nvSpPr>
          <p:cNvPr id="26" name="Text 2"/>
          <p:cNvSpPr/>
          <p:nvPr/>
        </p:nvSpPr>
        <p:spPr>
          <a:xfrm>
            <a:off x="381000" y="6415758"/>
            <a:ext cx="114300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ROC curves illustrate the diagnostic ability of a binary classifier system as the discrimination threshold is varied. The area under the ROC curve (AUC) provides a single measure of overall classifier performance.</a:t>
            </a:r>
            <a:endParaRPr lang="en-US" sz="1000" dirty="0"/>
          </a:p>
        </p:txBody>
      </p:sp>
      <p:sp>
        <p:nvSpPr>
          <p:cNvPr id="27" name="Text 3"/>
          <p:cNvSpPr/>
          <p:nvPr/>
        </p:nvSpPr>
        <p:spPr>
          <a:xfrm>
            <a:off x="7497961" y="876300"/>
            <a:ext cx="53583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Performance Comparison</a:t>
            </a:r>
            <a:endParaRPr lang="en-US" sz="1800" dirty="0"/>
          </a:p>
        </p:txBody>
      </p:sp>
      <p:sp>
        <p:nvSpPr>
          <p:cNvPr id="28" name="Text 4"/>
          <p:cNvSpPr/>
          <p:nvPr/>
        </p:nvSpPr>
        <p:spPr>
          <a:xfrm>
            <a:off x="8069461" y="1543050"/>
            <a:ext cx="17537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10645527" y="1524000"/>
            <a:ext cx="15355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AUC: 0.8269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7650361" y="1943100"/>
            <a:ext cx="41604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overall performance with excellent balance across metrics.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8069461" y="2914650"/>
            <a:ext cx="22647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10645527" y="2895600"/>
            <a:ext cx="15355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AUC: 0.8266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7650361" y="3314700"/>
            <a:ext cx="49925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baseline model with interpretable results.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8088511" y="4057650"/>
            <a:ext cx="14123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Naïve Bayes</a:t>
            </a:r>
            <a:endParaRPr lang="en-US" sz="1350" dirty="0"/>
          </a:p>
        </p:txBody>
      </p:sp>
      <p:sp>
        <p:nvSpPr>
          <p:cNvPr id="35" name="Text 11"/>
          <p:cNvSpPr/>
          <p:nvPr/>
        </p:nvSpPr>
        <p:spPr>
          <a:xfrm>
            <a:off x="10645527" y="4038600"/>
            <a:ext cx="15355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AUC: 0.7977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7650361" y="4457700"/>
            <a:ext cx="49925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Slightly lower performance but still effective.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8107561" y="5200650"/>
            <a:ext cx="14998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SVM (Linear)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10645527" y="5181600"/>
            <a:ext cx="15355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AUC: 0.5589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7650361" y="5600700"/>
            <a:ext cx="49925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Competitive but slower training time.</a:t>
            </a:r>
            <a:endParaRPr lang="en-US" sz="1200" dirty="0"/>
          </a:p>
        </p:txBody>
      </p:sp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D6B5295A-A520-14F1-1116-8D4DC698F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695324"/>
            <a:ext cx="6713787" cy="525780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F6DB31D-2766-F931-F0CC-AB980B01707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6797" y="780047"/>
            <a:ext cx="6334101" cy="5058778"/>
          </a:xfrm>
          <a:prstGeom prst="rect">
            <a:avLst/>
          </a:prstGeom>
        </p:spPr>
      </p:pic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27B99579-EED7-824F-A133-8E44EEB260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-34594"/>
            <a:ext cx="12228096" cy="6667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1524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PHASE 4: </a:t>
            </a:r>
            <a:r>
              <a:rPr lang="en-IE" sz="2400" b="1" dirty="0">
                <a:solidFill>
                  <a:srgbClr val="F9FAFB"/>
                </a:solidFill>
                <a:effectLst/>
                <a:latin typeface="Avenir Next LT Pro Demi" panose="020B0704020202020204" pitchFamily="34" charset="0"/>
              </a:rPr>
              <a:t>Machine Learning Model Comparison</a:t>
            </a: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 ROC Curve Analysis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C15C22D0-DA41-4638-397E-077633DFD8CB}"/>
              </a:ext>
            </a:extLst>
          </p:cNvPr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10 of 14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756984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95" y="1125707"/>
            <a:ext cx="7067910" cy="550744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2776" y="1178098"/>
            <a:ext cx="1714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8101" y="1539096"/>
            <a:ext cx="4694259" cy="244030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7017" y="1787246"/>
            <a:ext cx="1247031" cy="28003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7459341" y="2221900"/>
            <a:ext cx="2046068" cy="720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716913" y="2214235"/>
            <a:ext cx="2044800" cy="7200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161925"/>
            <a:ext cx="591538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P4 Cont/…</a:t>
            </a: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Model Comparison &amp; Selection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19" name="Text 1"/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11 of 14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647700" y="718884"/>
            <a:ext cx="6675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Performance Comparison</a:t>
            </a:r>
            <a:endParaRPr lang="en-US" sz="1800" dirty="0"/>
          </a:p>
        </p:txBody>
      </p:sp>
      <p:sp>
        <p:nvSpPr>
          <p:cNvPr id="25" name="Text 7"/>
          <p:cNvSpPr/>
          <p:nvPr/>
        </p:nvSpPr>
        <p:spPr>
          <a:xfrm>
            <a:off x="7688526" y="1139998"/>
            <a:ext cx="406219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Model: Random Forest</a:t>
            </a:r>
            <a:endParaRPr lang="en-US" sz="1800" dirty="0"/>
          </a:p>
        </p:txBody>
      </p:sp>
      <p:sp>
        <p:nvSpPr>
          <p:cNvPr id="26" name="Text 8"/>
          <p:cNvSpPr/>
          <p:nvPr/>
        </p:nvSpPr>
        <p:spPr>
          <a:xfrm>
            <a:off x="7464115" y="1751395"/>
            <a:ext cx="2046068" cy="2800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</a:t>
            </a:r>
            <a:endParaRPr lang="en-US" sz="1575" dirty="0"/>
          </a:p>
        </p:txBody>
      </p:sp>
      <p:sp>
        <p:nvSpPr>
          <p:cNvPr id="27" name="Text 9"/>
          <p:cNvSpPr/>
          <p:nvPr/>
        </p:nvSpPr>
        <p:spPr>
          <a:xfrm>
            <a:off x="10627032" y="1816742"/>
            <a:ext cx="1496437" cy="2800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03" b="1" dirty="0">
                <a:solidFill>
                  <a:srgbClr val="9A341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MODEL</a:t>
            </a:r>
            <a:endParaRPr lang="en-US" sz="1103" dirty="0"/>
          </a:p>
        </p:txBody>
      </p:sp>
      <p:sp>
        <p:nvSpPr>
          <p:cNvPr id="28" name="Text 10"/>
          <p:cNvSpPr/>
          <p:nvPr/>
        </p:nvSpPr>
        <p:spPr>
          <a:xfrm>
            <a:off x="7558428" y="2259186"/>
            <a:ext cx="12580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0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AUC</a:t>
            </a:r>
            <a:endParaRPr lang="en-US" sz="1103" dirty="0"/>
          </a:p>
        </p:txBody>
      </p:sp>
      <p:sp>
        <p:nvSpPr>
          <p:cNvPr id="29" name="Text 11"/>
          <p:cNvSpPr/>
          <p:nvPr/>
        </p:nvSpPr>
        <p:spPr>
          <a:xfrm>
            <a:off x="7558428" y="2459211"/>
            <a:ext cx="1258025" cy="320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9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0.8269</a:t>
            </a:r>
            <a:endParaRPr lang="en-US" sz="1890" dirty="0"/>
          </a:p>
        </p:txBody>
      </p:sp>
      <p:sp>
        <p:nvSpPr>
          <p:cNvPr id="30" name="Text 12"/>
          <p:cNvSpPr/>
          <p:nvPr/>
        </p:nvSpPr>
        <p:spPr>
          <a:xfrm>
            <a:off x="9797961" y="2272835"/>
            <a:ext cx="656221" cy="1571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0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Overfitting</a:t>
            </a:r>
            <a:endParaRPr lang="en-US" sz="1103" dirty="0"/>
          </a:p>
        </p:txBody>
      </p:sp>
      <p:sp>
        <p:nvSpPr>
          <p:cNvPr id="31" name="Text 13"/>
          <p:cNvSpPr/>
          <p:nvPr/>
        </p:nvSpPr>
        <p:spPr>
          <a:xfrm>
            <a:off x="9797961" y="2472859"/>
            <a:ext cx="872289" cy="320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9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0.0324</a:t>
            </a:r>
            <a:endParaRPr lang="en-US" sz="1890" dirty="0"/>
          </a:p>
        </p:txBody>
      </p:sp>
      <p:pic>
        <p:nvPicPr>
          <p:cNvPr id="41" name="Image 10" descr="preencoded.png">
            <a:extLst>
              <a:ext uri="{FF2B5EF4-FFF2-40B4-BE49-F238E27FC236}">
                <a16:creationId xmlns:a16="http://schemas.microsoft.com/office/drawing/2014/main" id="{ACC47D07-A683-82EB-C5DA-46587BF6A6B8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613" y="3063513"/>
            <a:ext cx="2046068" cy="720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235DA56-589D-F69B-269A-CB0C95C210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042" y="1238250"/>
            <a:ext cx="6782811" cy="538462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7544783" y="3379326"/>
            <a:ext cx="1258025" cy="2800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0.9156</a:t>
            </a:r>
            <a:endParaRPr lang="en-US" sz="1575" dirty="0"/>
          </a:p>
        </p:txBody>
      </p:sp>
      <p:pic>
        <p:nvPicPr>
          <p:cNvPr id="42" name="Image 11" descr="preencoded.png">
            <a:extLst>
              <a:ext uri="{FF2B5EF4-FFF2-40B4-BE49-F238E27FC236}">
                <a16:creationId xmlns:a16="http://schemas.microsoft.com/office/drawing/2014/main" id="{71E801CF-E18B-7BAF-BB92-9E7661ED7E26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705922" y="2868506"/>
            <a:ext cx="2044800" cy="72000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7544783" y="3179301"/>
            <a:ext cx="12580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0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</a:t>
            </a:r>
            <a:endParaRPr lang="en-US" sz="1103" dirty="0"/>
          </a:p>
        </p:txBody>
      </p:sp>
      <p:sp>
        <p:nvSpPr>
          <p:cNvPr id="34" name="Text 16"/>
          <p:cNvSpPr/>
          <p:nvPr/>
        </p:nvSpPr>
        <p:spPr>
          <a:xfrm>
            <a:off x="9797961" y="3158829"/>
            <a:ext cx="87228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0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Sensitivity</a:t>
            </a:r>
            <a:endParaRPr lang="en-US" sz="1103" dirty="0"/>
          </a:p>
        </p:txBody>
      </p:sp>
      <p:sp>
        <p:nvSpPr>
          <p:cNvPr id="35" name="Text 17"/>
          <p:cNvSpPr/>
          <p:nvPr/>
        </p:nvSpPr>
        <p:spPr>
          <a:xfrm>
            <a:off x="9797961" y="3396954"/>
            <a:ext cx="740442" cy="2419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0.0422</a:t>
            </a:r>
            <a:endParaRPr lang="en-US" sz="1575" dirty="0"/>
          </a:p>
        </p:txBody>
      </p:sp>
      <p:pic>
        <p:nvPicPr>
          <p:cNvPr id="43" name="Image 8" descr="preencoded.png">
            <a:extLst>
              <a:ext uri="{FF2B5EF4-FFF2-40B4-BE49-F238E27FC236}">
                <a16:creationId xmlns:a16="http://schemas.microsoft.com/office/drawing/2014/main" id="{7D8080A5-5621-6E89-E01F-0B8000B119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9264" y="4166200"/>
            <a:ext cx="4694259" cy="244030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1107" y="4626843"/>
            <a:ext cx="190500" cy="190500"/>
          </a:xfrm>
          <a:prstGeom prst="rect">
            <a:avLst/>
          </a:prstGeom>
        </p:spPr>
      </p:pic>
      <p:sp>
        <p:nvSpPr>
          <p:cNvPr id="21" name="Text 3"/>
          <p:cNvSpPr/>
          <p:nvPr/>
        </p:nvSpPr>
        <p:spPr>
          <a:xfrm>
            <a:off x="7817807" y="4588743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Selection Criteria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7558727" y="4992377"/>
            <a:ext cx="617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Highest Test AUC: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 (0.8269)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7558727" y="5355333"/>
            <a:ext cx="617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Lowest Overfitting: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 (0.0324)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7558727" y="5706257"/>
            <a:ext cx="617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Balance of Accuracy, Sensitivity, and Precision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EAA47-09D6-5DC7-D0C7-657FCE92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E4078FB-94F5-4511-B22F-A5E8B6E31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D27E9FA-C29A-28F7-B0DB-73C524246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8E98C8D-058B-B40D-4ED4-BECAEC2CF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789911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40C0ABDA-1381-9E7B-D651-F1348C026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3980" y="3848100"/>
            <a:ext cx="1762720" cy="7620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70E0F009-23CF-016C-EF57-B5D1B789B184}"/>
              </a:ext>
            </a:extLst>
          </p:cNvPr>
          <p:cNvSpPr/>
          <p:nvPr/>
        </p:nvSpPr>
        <p:spPr>
          <a:xfrm>
            <a:off x="381000" y="161925"/>
            <a:ext cx="71598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effectLst/>
                <a:latin typeface="Avenir Next LT Pro Demi" panose="020B0704020202020204" pitchFamily="34" charset="0"/>
                <a:ea typeface="ui-sans-serif" pitchFamily="34" charset="-122"/>
              </a:rPr>
              <a:t>P4 Co</a:t>
            </a: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</a:rPr>
              <a:t>nt/… Model Selection Rationale</a:t>
            </a:r>
            <a:endParaRPr lang="en-IE" sz="2400" b="1" dirty="0">
              <a:solidFill>
                <a:srgbClr val="F9FAFB"/>
              </a:solidFill>
              <a:effectLst/>
              <a:latin typeface="Avenir Next LT Pro Demi" panose="020B0704020202020204" pitchFamily="34" charset="0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</a:rPr>
              <a:t>  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FC7D5E1B-DE07-2C00-BEB5-CC42BF5520A6}"/>
              </a:ext>
            </a:extLst>
          </p:cNvPr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12 of 14</a:t>
            </a:r>
            <a:endParaRPr lang="en-US" sz="135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377B50B-FC6C-D687-95EB-51E1D1BCCE79}"/>
              </a:ext>
            </a:extLst>
          </p:cNvPr>
          <p:cNvSpPr/>
          <p:nvPr/>
        </p:nvSpPr>
        <p:spPr>
          <a:xfrm>
            <a:off x="647700" y="751811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</a:rPr>
              <a:t>Reasons for Selection</a:t>
            </a:r>
            <a:endParaRPr lang="en-US" sz="1800" dirty="0"/>
          </a:p>
        </p:txBody>
      </p:sp>
      <p:pic>
        <p:nvPicPr>
          <p:cNvPr id="47" name="Image 13" descr="preencoded.png">
            <a:extLst>
              <a:ext uri="{FF2B5EF4-FFF2-40B4-BE49-F238E27FC236}">
                <a16:creationId xmlns:a16="http://schemas.microsoft.com/office/drawing/2014/main" id="{51B6E42F-575C-E16C-CB9A-359EBE64C0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17" y="1131035"/>
            <a:ext cx="11885288" cy="1197701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C5C830FC-F17E-FB73-9AB9-12D29C99DAD3}"/>
              </a:ext>
            </a:extLst>
          </p:cNvPr>
          <p:cNvSpPr/>
          <p:nvPr/>
        </p:nvSpPr>
        <p:spPr>
          <a:xfrm>
            <a:off x="304799" y="1142564"/>
            <a:ext cx="11698605" cy="10973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Trade-off:</a:t>
            </a:r>
            <a:r>
              <a:rPr lang="en-GB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 The primary weakness of the Random Forest model is its very low sensitivity (4.22%) when using default settings. However, for a deployment scenario, the </a:t>
            </a:r>
            <a:r>
              <a:rPr lang="en-GB" sz="14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probability scores</a:t>
            </a:r>
            <a:r>
              <a:rPr lang="en-GB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 it generates can be used with the </a:t>
            </a:r>
            <a:r>
              <a:rPr lang="en-GB" sz="14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optimized threshold (0.0782)</a:t>
            </a:r>
            <a:r>
              <a:rPr lang="en-GB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 discovered during the Logistic Regression phase, which would restore high sensitivity. The Random Forest's strength lies in its superior ranking of instances (high AUC).</a:t>
            </a:r>
          </a:p>
        </p:txBody>
      </p:sp>
      <p:pic>
        <p:nvPicPr>
          <p:cNvPr id="5" name="Image 13" descr="preencoded.png">
            <a:extLst>
              <a:ext uri="{FF2B5EF4-FFF2-40B4-BE49-F238E27FC236}">
                <a16:creationId xmlns:a16="http://schemas.microsoft.com/office/drawing/2014/main" id="{63C8A7F7-9240-3AFD-75A3-091E3D0A64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215" y="2441260"/>
            <a:ext cx="11885288" cy="42548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A18CB7-2801-01DF-2C5D-3FE592ECC5F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7325"/>
          <a:stretch>
            <a:fillRect/>
          </a:stretch>
        </p:blipFill>
        <p:spPr>
          <a:xfrm>
            <a:off x="2266366" y="2521080"/>
            <a:ext cx="7392870" cy="40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86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0965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428750"/>
            <a:ext cx="5562600" cy="49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15430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038350"/>
            <a:ext cx="556260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2152650"/>
            <a:ext cx="1428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647950"/>
            <a:ext cx="5562600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276225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3257550"/>
            <a:ext cx="5562600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33718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401955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4438650"/>
            <a:ext cx="1777901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97001" y="4438650"/>
            <a:ext cx="177805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89350" y="4438650"/>
            <a:ext cx="1778050" cy="800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1009650"/>
            <a:ext cx="17145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1428750"/>
            <a:ext cx="5562600" cy="1905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1657350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203835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2506487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29527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3562350"/>
            <a:ext cx="5562600" cy="1828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5100" y="3790950"/>
            <a:ext cx="219075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15100" y="4133850"/>
            <a:ext cx="4572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8450" y="4229100"/>
            <a:ext cx="190500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82100" y="413385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24975" y="4229100"/>
            <a:ext cx="171450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15100" y="4743450"/>
            <a:ext cx="457200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34163" y="4838700"/>
            <a:ext cx="219075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82100" y="4743450"/>
            <a:ext cx="45720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301163" y="4838700"/>
            <a:ext cx="219075" cy="2667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161925"/>
            <a:ext cx="659439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  <a:cs typeface="ui-sans-serif" pitchFamily="34" charset="-120"/>
              </a:rPr>
              <a:t>Key Summary Findings &amp; Recommendations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34" name="Text 1"/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13 of 14</a:t>
            </a:r>
            <a:endParaRPr lang="en-US" sz="1350" dirty="0"/>
          </a:p>
        </p:txBody>
      </p:sp>
      <p:sp>
        <p:nvSpPr>
          <p:cNvPr id="35" name="Text 2"/>
          <p:cNvSpPr/>
          <p:nvPr/>
        </p:nvSpPr>
        <p:spPr>
          <a:xfrm>
            <a:off x="647700" y="9715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36" name="Text 3"/>
          <p:cNvSpPr/>
          <p:nvPr/>
        </p:nvSpPr>
        <p:spPr>
          <a:xfrm>
            <a:off x="723900" y="1562100"/>
            <a:ext cx="30468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Stroke History:</a:t>
            </a: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4.9x higher risk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676275" y="2171700"/>
            <a:ext cx="27739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Diabetes:</a:t>
            </a: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3.2x increased risk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771525" y="2781300"/>
            <a:ext cx="34031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Gender:</a:t>
            </a: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Males have 1.6x higher risk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704850" y="3390900"/>
            <a:ext cx="33450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 Activity:</a:t>
            </a: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Protective factor</a:t>
            </a:r>
            <a:endParaRPr lang="en-US" sz="1200" dirty="0"/>
          </a:p>
        </p:txBody>
      </p:sp>
      <p:sp>
        <p:nvSpPr>
          <p:cNvPr id="40" name="Text 7"/>
          <p:cNvSpPr/>
          <p:nvPr/>
        </p:nvSpPr>
        <p:spPr>
          <a:xfrm>
            <a:off x="647700" y="3981450"/>
            <a:ext cx="6675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Model Performance: Random Forest</a:t>
            </a:r>
            <a:endParaRPr lang="en-US" sz="1800" dirty="0"/>
          </a:p>
        </p:txBody>
      </p:sp>
      <p:sp>
        <p:nvSpPr>
          <p:cNvPr id="41" name="Text 8"/>
          <p:cNvSpPr/>
          <p:nvPr/>
        </p:nvSpPr>
        <p:spPr>
          <a:xfrm>
            <a:off x="264170" y="4552950"/>
            <a:ext cx="18591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AUC</a:t>
            </a:r>
            <a:endParaRPr lang="en-US" sz="1350" dirty="0"/>
          </a:p>
        </p:txBody>
      </p:sp>
      <p:sp>
        <p:nvSpPr>
          <p:cNvPr id="42" name="Text 9"/>
          <p:cNvSpPr/>
          <p:nvPr/>
        </p:nvSpPr>
        <p:spPr>
          <a:xfrm>
            <a:off x="264170" y="4819650"/>
            <a:ext cx="18591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0.8269</a:t>
            </a:r>
            <a:endParaRPr lang="en-US" sz="1800" dirty="0"/>
          </a:p>
        </p:txBody>
      </p:sp>
      <p:sp>
        <p:nvSpPr>
          <p:cNvPr id="43" name="Text 10"/>
          <p:cNvSpPr/>
          <p:nvPr/>
        </p:nvSpPr>
        <p:spPr>
          <a:xfrm>
            <a:off x="2156356" y="4552950"/>
            <a:ext cx="1859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</a:t>
            </a:r>
            <a:endParaRPr lang="en-US" sz="1350" dirty="0"/>
          </a:p>
        </p:txBody>
      </p:sp>
      <p:sp>
        <p:nvSpPr>
          <p:cNvPr id="44" name="Text 11"/>
          <p:cNvSpPr/>
          <p:nvPr/>
        </p:nvSpPr>
        <p:spPr>
          <a:xfrm>
            <a:off x="2156356" y="4819650"/>
            <a:ext cx="18593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0.9156</a:t>
            </a:r>
            <a:endParaRPr lang="en-US" sz="1800" dirty="0"/>
          </a:p>
        </p:txBody>
      </p:sp>
      <p:sp>
        <p:nvSpPr>
          <p:cNvPr id="45" name="Text 12"/>
          <p:cNvSpPr/>
          <p:nvPr/>
        </p:nvSpPr>
        <p:spPr>
          <a:xfrm>
            <a:off x="4048705" y="4552950"/>
            <a:ext cx="1859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46" name="Text 13"/>
          <p:cNvSpPr/>
          <p:nvPr/>
        </p:nvSpPr>
        <p:spPr>
          <a:xfrm>
            <a:off x="4048705" y="4819650"/>
            <a:ext cx="18593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0.6000</a:t>
            </a:r>
            <a:endParaRPr lang="en-US" sz="1800" dirty="0"/>
          </a:p>
        </p:txBody>
      </p:sp>
      <p:sp>
        <p:nvSpPr>
          <p:cNvPr id="47" name="Text 14"/>
          <p:cNvSpPr/>
          <p:nvPr/>
        </p:nvSpPr>
        <p:spPr>
          <a:xfrm>
            <a:off x="6610350" y="9715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48" name="Text 15"/>
          <p:cNvSpPr/>
          <p:nvPr/>
        </p:nvSpPr>
        <p:spPr>
          <a:xfrm>
            <a:off x="6781800" y="161925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 Plan</a:t>
            </a:r>
            <a:endParaRPr lang="en-US" sz="1500" dirty="0"/>
          </a:p>
        </p:txBody>
      </p:sp>
      <p:sp>
        <p:nvSpPr>
          <p:cNvPr id="49" name="Text 16"/>
          <p:cNvSpPr/>
          <p:nvPr/>
        </p:nvSpPr>
        <p:spPr>
          <a:xfrm>
            <a:off x="6781800" y="200025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 Random Forest model into a real-time prediction dashboard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6781800" y="2468387"/>
            <a:ext cx="44353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Streamlit for the dashboard implementation click </a:t>
            </a: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hlinkClick r:id="rId32"/>
              </a:rPr>
              <a:t>HERE</a:t>
            </a:r>
            <a:endParaRPr lang="en-US" sz="1200" dirty="0"/>
          </a:p>
        </p:txBody>
      </p:sp>
      <p:sp>
        <p:nvSpPr>
          <p:cNvPr id="51" name="Text 18"/>
          <p:cNvSpPr/>
          <p:nvPr/>
        </p:nvSpPr>
        <p:spPr>
          <a:xfrm>
            <a:off x="6781800" y="2914650"/>
            <a:ext cx="5433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healthcare professionals for clinical decision support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6810375" y="375285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Benefits</a:t>
            </a:r>
            <a:endParaRPr lang="en-US" sz="1500" dirty="0"/>
          </a:p>
        </p:txBody>
      </p:sp>
      <p:sp>
        <p:nvSpPr>
          <p:cNvPr id="53" name="Text 20"/>
          <p:cNvSpPr/>
          <p:nvPr/>
        </p:nvSpPr>
        <p:spPr>
          <a:xfrm>
            <a:off x="7086600" y="4248150"/>
            <a:ext cx="16330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Early intervention</a:t>
            </a:r>
            <a:endParaRPr lang="en-US" sz="1200" dirty="0"/>
          </a:p>
        </p:txBody>
      </p:sp>
      <p:sp>
        <p:nvSpPr>
          <p:cNvPr id="54" name="Text 21"/>
          <p:cNvSpPr/>
          <p:nvPr/>
        </p:nvSpPr>
        <p:spPr>
          <a:xfrm>
            <a:off x="9753600" y="4248150"/>
            <a:ext cx="10912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Patient care</a:t>
            </a:r>
            <a:endParaRPr lang="en-US" sz="1200" dirty="0"/>
          </a:p>
        </p:txBody>
      </p:sp>
      <p:sp>
        <p:nvSpPr>
          <p:cNvPr id="55" name="Text 22"/>
          <p:cNvSpPr/>
          <p:nvPr/>
        </p:nvSpPr>
        <p:spPr>
          <a:xfrm>
            <a:off x="7086600" y="4857750"/>
            <a:ext cx="18241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outcomes</a:t>
            </a:r>
            <a:endParaRPr lang="en-US" sz="1200" dirty="0"/>
          </a:p>
        </p:txBody>
      </p:sp>
      <p:sp>
        <p:nvSpPr>
          <p:cNvPr id="56" name="Text 23"/>
          <p:cNvSpPr/>
          <p:nvPr/>
        </p:nvSpPr>
        <p:spPr>
          <a:xfrm>
            <a:off x="9753600" y="4857750"/>
            <a:ext cx="20347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1793A-B416-88BE-DE02-10671481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19710E1-7D74-CF9A-F59C-B7E7FD5D4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D553D20-31AF-2F90-2C7B-C61571327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675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38F00137-ABB1-0B6E-54F1-B375DFD2C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09650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1BA58752-563E-BBA5-217B-14A6CB696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3980" y="3848100"/>
            <a:ext cx="1762720" cy="7620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E98E1561-0A89-4943-55D1-C6CB208DACD0}"/>
              </a:ext>
            </a:extLst>
          </p:cNvPr>
          <p:cNvSpPr/>
          <p:nvPr/>
        </p:nvSpPr>
        <p:spPr>
          <a:xfrm>
            <a:off x="381000" y="161925"/>
            <a:ext cx="71598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effectLst/>
                <a:latin typeface="Avenir Next LT Pro Demi" panose="020B0704020202020204" pitchFamily="34" charset="0"/>
                <a:ea typeface="ui-sans-serif" pitchFamily="34" charset="-122"/>
              </a:rPr>
              <a:t>Conclusion</a:t>
            </a:r>
            <a:endParaRPr lang="en-IE" sz="2400" b="1" dirty="0">
              <a:solidFill>
                <a:srgbClr val="F9FAFB"/>
              </a:solidFill>
              <a:effectLst/>
              <a:latin typeface="Avenir Next LT Pro Demi" panose="020B0704020202020204" pitchFamily="34" charset="0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venir Next LT Pro Demi" panose="020B0704020202020204" pitchFamily="34" charset="0"/>
                <a:ea typeface="ui-sans-serif" pitchFamily="34" charset="-122"/>
              </a:rPr>
              <a:t>  </a:t>
            </a:r>
            <a:endParaRPr lang="en-US" sz="2250" dirty="0">
              <a:latin typeface="Avenir Next LT Pro Demi" panose="020B0704020202020204" pitchFamily="34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2C7987D-144B-47F3-C3E3-CB7BDA5C59B9}"/>
              </a:ext>
            </a:extLst>
          </p:cNvPr>
          <p:cNvSpPr/>
          <p:nvPr/>
        </p:nvSpPr>
        <p:spPr>
          <a:xfrm>
            <a:off x="10848975" y="200025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14 of 14</a:t>
            </a:r>
            <a:endParaRPr lang="en-US" sz="135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B9C7E75-129D-D2E7-E687-24EE19D6CF1A}"/>
              </a:ext>
            </a:extLst>
          </p:cNvPr>
          <p:cNvSpPr/>
          <p:nvPr/>
        </p:nvSpPr>
        <p:spPr>
          <a:xfrm>
            <a:off x="647700" y="9715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</a:rPr>
              <a:t>Summary and Recommendations</a:t>
            </a:r>
            <a:endParaRPr lang="en-US" sz="1800" dirty="0"/>
          </a:p>
        </p:txBody>
      </p:sp>
      <p:pic>
        <p:nvPicPr>
          <p:cNvPr id="47" name="Image 13" descr="preencoded.png">
            <a:extLst>
              <a:ext uri="{FF2B5EF4-FFF2-40B4-BE49-F238E27FC236}">
                <a16:creationId xmlns:a16="http://schemas.microsoft.com/office/drawing/2014/main" id="{6E590B9C-7F90-F4B9-2AB4-D7847E9C63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17" y="1379120"/>
            <a:ext cx="6926566" cy="5316955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B43A75F9-4BB1-1F71-D07C-A1F4E7511F25}"/>
              </a:ext>
            </a:extLst>
          </p:cNvPr>
          <p:cNvSpPr/>
          <p:nvPr/>
        </p:nvSpPr>
        <p:spPr>
          <a:xfrm>
            <a:off x="304800" y="1390649"/>
            <a:ext cx="6553200" cy="48657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GB" sz="1400" b="0" i="0" dirty="0">
              <a:effectLst/>
              <a:latin typeface="quote-cjk-patch"/>
            </a:endParaRPr>
          </a:p>
        </p:txBody>
      </p:sp>
      <p:pic>
        <p:nvPicPr>
          <p:cNvPr id="5" name="Image 13" descr="preencoded.png">
            <a:extLst>
              <a:ext uri="{FF2B5EF4-FFF2-40B4-BE49-F238E27FC236}">
                <a16:creationId xmlns:a16="http://schemas.microsoft.com/office/drawing/2014/main" id="{225FA85E-5095-22FE-306F-A5A809D575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6912" y="1364581"/>
            <a:ext cx="4710288" cy="52808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43409E-DAC1-70BD-C176-593FE0E56A17}"/>
              </a:ext>
            </a:extLst>
          </p:cNvPr>
          <p:cNvSpPr txBox="1"/>
          <p:nvPr/>
        </p:nvSpPr>
        <p:spPr>
          <a:xfrm>
            <a:off x="353156" y="1535595"/>
            <a:ext cx="6553199" cy="5040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project successfully identified the key factors associated with heart disease and developed a high-performing predictive model.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 Risk Factors: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Stroke History, Diabetes, Kidney Disease, Difficulty Walking, and Smoking.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Protective Factors: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Physical Activity and moderate Alcohol Consumption.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Demographics: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Risk increases significantly with age and is higher in males.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Compounding Risk: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Combinations of factors (e.g., Diabetes and Old Age) lead to exponentially higher risk.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Best Model: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The </a:t>
            </a: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Random Forest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algorithm provided the most powerful predictions (AUC: 0.8269).</a:t>
            </a: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STRATEGIC RECOMMENDATIONS</a:t>
            </a:r>
            <a:endParaRPr lang="en-I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Clinical Deployment: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Created and deployed the finalized Random Forest model into a user-friendly </a:t>
            </a: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8"/>
              </a:rPr>
              <a:t>Streamlit dashboard</a:t>
            </a: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This will allow healthcare professionals to input patient data and receive an immediate, evidence-based heart disease risk score.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Preventive Health Focus: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Public health initiatives should prioritize managing conditions like diabetes and hypertension, and promoting physical activity, as these are major, modifiable risk factors.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E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Screening Programs:</a:t>
            </a: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The model can be integrated into routine health screenings to flag high-risk patients for further diagnostic testing, enabling earlier intervention.</a:t>
            </a:r>
          </a:p>
        </p:txBody>
      </p:sp>
      <p:pic>
        <p:nvPicPr>
          <p:cNvPr id="14" name="Picture 13" descr="A heart with a pulse line&#10;&#10;AI-generated content may be incorrect.">
            <a:hlinkClick r:id="rId8"/>
            <a:extLst>
              <a:ext uri="{FF2B5EF4-FFF2-40B4-BE49-F238E27FC236}">
                <a16:creationId xmlns:a16="http://schemas.microsoft.com/office/drawing/2014/main" id="{B60D7BCD-6DB6-378A-FBA0-248276476D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5000" y="1770413"/>
            <a:ext cx="4493260" cy="449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10356</TotalTime>
  <Words>1574</Words>
  <Application>Microsoft Office PowerPoint</Application>
  <PresentationFormat>Widescreen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Avenir Next LT Pro Demi</vt:lpstr>
      <vt:lpstr>Century Gothic</vt:lpstr>
      <vt:lpstr>LEMON MILK Medium</vt:lpstr>
      <vt:lpstr>quote-cjk-patch</vt:lpstr>
      <vt:lpstr>Symbol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William Phiri</cp:lastModifiedBy>
  <cp:revision>1</cp:revision>
  <dcterms:created xsi:type="dcterms:W3CDTF">2025-10-26T13:42:36Z</dcterms:created>
  <dcterms:modified xsi:type="dcterms:W3CDTF">2025-11-17T16:46:38Z</dcterms:modified>
</cp:coreProperties>
</file>